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110 — Seguridad de APIs REST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APIs REST, hoy el backend de casi toda aplicación moderna. Usaremos el OWASP API Security Top 10 como marco, con foco en BOLA/IDOR a nivel de API, autorización rota a nivel de función y exposición excesiva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endpoints y métodos de una API REST.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BOLA (Broken Object Level Authorization), el IDOR de las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Broken Function Level Authorization (acceso a acciones privilegiadas).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exposición excesiva de datos y mass assignment.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autorización por objeto y por función, y filtrado de salida.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API Security Top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Enumeración de endpoints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BOLA (API1)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Broken Function Level Auth (API5)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Excessive Data Exposure y mass assignment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Rate limiting y abuso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authz granular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REST: interfaz basada en HTTP y recursos con verbos (GET, POST, PUT, DELETE). Característica: cada endpoint necesita autorización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BOLA: acceder a objetos de otros usuarios manipulando su identificador. Característica: el IDOR de las APIs; la nº1 de OWASP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Function Level Authorization: usar funciones para las que no se tiene rol. Característica: escalada vertical vía endpoints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Excessive Data Exposure: la API devuelve más campos de los necesarios y el cliente filtra. Característica: fuga de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assignment: enviar campos extra que el backend asigna sin filtrar (isAdmin:true). Característica: sobre-escritura de propiedades.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(Swagger/OpenAPI): especificación de la API. Característica: gran fuente de endpoints al auditar.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Postman o Burp para construir peticiones a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crAPI o VAmPI (APIs deliberadamente vulnerables)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Especificación OpenAPI/Swagger si está disponible.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https://github.com/OWASP/crAPI &amp;&amp; cd crAPI &amp;&amp; docker compose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endpoints desde el Swagger/OpenAPI o analizando el JS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como usuario A y localiza GET /api/users/{id}/orders.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{id} al de otro usuario y comprueba BOLA.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Broken Function Level Authorization: llama a un endpoint admin (/api/admin/...) con tu token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respuestas por exposición excesiva: ¿devuelve hashes, emails, roles no necesarios?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mass assignment: añade "role":"admin" o "verified":true en un PUT de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rate limiting enviando muchas peticiones y documenta el abuso posible.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endpoints de crAPI y agrúpalos por sensibilidad.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BOLA y documenta el dato de otro usuario obtenido.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sin control de función y escálalo.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exposición excesiva comparando lo mostrado en la UI vs. la respuesta cruda.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mass assignment que eleve privilegios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autorización correcta por objeto y por función.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crAPI (o VAmPI), consigue acceso a datos de otro usuario vía BOLA y una escalada por mass assignment, documentando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las peticiones, la evidencia de acceso no autorizado y elevación de privilegio, y la defensa (comprobar propiedad del objeto, allowlist de campos, authz por función).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el ID da 403 — Hay authz por objeto; busca otro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admin devuelve 401 — Requiere rol; prueba mass assignment para obtenerlo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 ignorado — El backend filtra campos;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encuentro endpoints — Revisa Swagger y el JS del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 corta las pruebas — Baja el ritmo; documenta el límite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¿BOLA e IDOR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Conceptualmente sí; BOLA es el término de OWASP API para el IDOR a nivel de objeto en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exposición excesiva es un problema si la UI no lo muestra?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dato viaja al cliente y cualquiera puede leer la respuesta cruda; el filtrado en el cliente no protege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mass assignment?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allowlists de campos aceptados (DTOs), nunca vincules el body directamente al modelo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API Security Top 10: &lt;https://owasp.org/API-Security/&gt;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crAPI: &lt;https://github.com/OWASP/crAPI&gt;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API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