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104 — Seguridad de OAuth 2.0 y OpenID Connect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auditar OAuth 2.0 y OpenID Connect (OIDC), la base del "login con Google/GitHub" y de la delegación de acceso en APIs. Verás los flujos, sus piezas y los ataques clásicos: redirecturi laxo, robo de code, CSRF por falta de state y confusión de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flujo Authorization Code y el rol de cada parámetro.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validación débil de redirecturi para robar el code/token.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ausencia del parámetro state (CSRF de OAuth).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OAuth (autorización) de OIDC (autenticación).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PKCE, state y validación estricta de redirect.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Roles y flujos de OAuth 2.0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Authorization Code + PKCE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Validación de redirecturi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Parámetro state y CSRF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OIDC e idtoken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Confusión de tokens/scopes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Defensas: PKCE, allowlist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2.0: marco de delegación de acceso a recursos sin compartir credenciales. Característica: autorización, no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OIDC: capa de identidad sobre OAuth que añade el idtoken. Característica: sí autentica al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Authorization Code: código temporal que se intercambia por tokens. Característica: no debe filtrarse.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redirecturi: URL a la que vuelve el flujo. Característica: si se valida laxamente, se roba el 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state: valor anti-CSRF que liga la petición y la respuesta. Característica: su ausencia habilita account hijacking.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PKCE: extensión que protege el intercambio de code en clientes públicos. Característica: evita el robo de code por apps maliciosas.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OAuth.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interceptar el flujo (autorización, callback, intercambio).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proveedor de identidad de laboratorio o el simulado por el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el flujo completo con Burp: /authorize → consentimiento → redirecturi?code=... → intercambio de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redirecturi a un dominio controlado y observa si el servidor lo acepta (validación laxa).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lo acepta, captura el code enviado a tu dominio y complétalo por un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la presencia del parámetro state; si falta, monta un CSRF que vincule la cuenta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los scopes solicitados: ¿se puede pedir más de lo autorizado?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OIDC, inspecciona el idtoken (es un JWT): aplica lo aprendido en la clase 103.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flujo, el fallo y el impacto (account takeover).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Authorization Code con PKCE, parámetro a parámetro.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redirecturi con validación por prefijo se puede evadir.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ataque de account hijacking por falta de state.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accesstoken, idtoken y refreshtoken.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protege PKCE y en qué clientes es imprescindible.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validación estricta de redirecturi (allowlist exacta).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OAuth de PortSwigger que explote redirecturi débil o falta de state y consigue tomar la cuenta de otro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el flujo interceptado, el parámetro abusado y la defensa (allowlist de redirect, state obligatorio, PKCE).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redirecturi rechazado — Allowlist exacta; el servidor valida bien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code en el callback — Flujo implícito o error de scope; revisa el tipo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 presente y validado — No hay CSRF; documenta como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no reutilizable — Expiración/binding correctos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OAuth con login — OAuth autoriza; para autenticar se usa OIDC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¿OAuth sirve para login?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es autorización. Para login federado correcto se usa OIDC, que añade el idtoken con la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flujo implícito está obsoleto?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expone tokens en la URL. Hoy se recomienda Authorization Code con PKCE.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explotado en OAuth?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validación laxa de redirecturi y la falta de state, que llevan a robo de code y account takeover.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sección de OAuth.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6749 (OAuth 2.0): &lt;https://datatracker.ietf.org/doc/html/rfc6749&gt;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2.0 Security Best Current Practice (RFC 9700).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OAuth: &lt;https://portswigger.net/web-security/oauth&gt;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