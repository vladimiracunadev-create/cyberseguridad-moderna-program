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092 — Inyección SQL avanzada y ciega (blind)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SQLi cuando no hay salida directa de datos: inyección ciega booleana, basada en tiempo y out-of-band. Estas técnicas permiten extraer información incluso cuando la aplicación no muestra errores ni resultados, algo muy común en aplicaciones reales bien configuradas.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blind booleana, temporal y out-of-band.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datos bit a bit con condiciones booleanas.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Confirmar inyección con retardos temporales (SLEEP, WAITFOR).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exfiltración out-of-band vía DNS/HTTP cuando es posible.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Estimar el coste y automatizar la extracción.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Blind booleana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Funciones SUBSTRING/ASCII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Blind temporal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Out-of-band (DNS/HTTP)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Segundo orden (second-order)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Automatización con scripts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Diferencias por motor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Blind SQLi: la respuesta no incluye datos, solo cambia de forma observable. Característica: se infiere info por diferencias sutiles.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Booleana: se plantean condiciones verdadero/falso. Característica: la página cambia según el resultado.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Basada en tiempo: se induce un retardo condicional. Característica: útil cuando no hay ninguna diferencia visible.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Out-of-band (OOB): los datos salen por DNS/HTTP a un servidor del atacante. Característica: requiere que el motor pueda iniciar conexiones.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Second-order: el input se almacena y se ejecuta en otra operación posterior. Característica: difícil de detectar en el punto de entrada.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Oráculo booleano: cualquier señal binaria fiable (código, longitud, contenido). Característica: base de la extracción bit a bit.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Web Security Academy (labs de blind SQLi, gratis con cuenta).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Intruder/Repeater para automatizar condiciones.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Collaborator o un servidor DNS propio para OOB.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el lab "Blind SQL injection with conditional responses" de PortSwigger.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oráculo: un mensaje que aparece solo cuando la condición es verdadera.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Confirma inyección con ' AND 1=1-- - (aparece) vs. ' AND 1=2-- - (no aparece).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un carácter con: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' AND SUBSTRING((SELECT password FROM users WHERE username='administrator'),1,1)='a'-- -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Itera posición y valor (con Intruder, cluster bomb) para reconstruir la contraseña.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Practica el lab de blind temporal: '; IF (condición) WAITFOR DELAY '0:0:5'-- - (MSSQL) o ' AND SLEEP(5)-- - (MySQL).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una contraseña de 20 caracteres con blind booleana y mide cuántas peticiones costó.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Optimiza la extracción usando búsqueda binaria (&gt; en vez de =).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el payload temporal equivalente para MySQL, MSSQL y PostgreSQL.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la blind temporal es la más ruidosa y lenta.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oráculo booleano a partir del tamaño de la respuesta.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un escenario de second-order SQLi con un caso de registro de usuario.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la contraseña completa del usuario administrator en un lab de blind SQLi de PortSwigger usando solo condiciones booleanas automatizadas.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la contraseña recuperada, la configuración de Intruder (posiciones y payload set) y el número de peticiones necesarias, resolviendo el lab.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oráculo no es fiable — Elige una señal más estable (código o longitud)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Extracción lentísima — Usa búsqueda binaria y concurrencia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SLEEP no funciona — Motor distinto; usa la función correcta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OOB sin interacciones — El motor no permite conexiones salientes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Resultados intermitentes — Rate limiting; añade delays y reintentos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¿Cuándo uso temporal en vez de booleana?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Cuando no hay ninguna diferencia observable en la respuesta salvo el tiempo. Es más lenta, úsala como último recurso.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exactamente second-order?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input malicioso se guarda sin ejecutarse y detona en otra consulta posterior (por ejemplo, al mostrar el perfil).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la búsqueda binaria acelera tanto?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Reduce las pruebas por carácter de ~128 a ~7 comparaciones (log2), un ahorro enorme.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Stuttard &amp; Pinto, The Web Application Hacker's Handbook, cap. 9.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Blind SQL injection: &lt;https://portswigger.net/web-security/sql-injection/blind&gt;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Testing for SQL Injection (WSTG).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