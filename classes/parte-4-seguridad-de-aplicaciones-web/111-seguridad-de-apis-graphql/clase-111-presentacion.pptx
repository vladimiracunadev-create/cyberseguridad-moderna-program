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111 — Seguridad de APIs GraphQL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la seguridad de APIs GraphQL, cada vez más comunes. GraphQL cambia el modelo (un único endpoint, consultas flexibles) e introduce riesgos propios: introspección, over-fetching, ataques de complejidad (DoS), y los mismos problemas de autorización que REST, a menudo peor gestionados.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Explorar el esquema con introspección y herramientas de GraphQL.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fallos de autorización (IDOR/BOLA) en queries y mutations.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over-fetching y batching para eludir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Provocar DoS por consultas anidadas/complejas.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desactivar introspección en prod y limitar complejidad.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GraphQL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Introspección del esquema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Queries vs. mutations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Autorización en resolvers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Batching y alias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Ataques de complejidad (DoS)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límites y authz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GraphQL: lenguaje de consulta con un único endpoint donde el cliente define qué datos quiere. Característica: flexibilidad que amplía la superficie.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Introspección: capacidad de consultar el propio esquema. Característica: revela todos los tipos y campos; peligrosa en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Resolver: función que resuelve un campo. Característica: si no valida authz, hay IDOR/BOLA.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Batching: enviar múltiples operaciones en una petición. Característica: puede eludir rate limiting (p. ej. fuerza bruta).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Alias: renombrar campos para repetir una consulta muchas veces. Característica: amplifica ataques en una sola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complejidad: consulta profundamente anidada que agota recursos. Característica: DoS sin gran volumen de peticiones.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GraphiQL/Altair o Burp con extensiones InQL.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DVGA (Damn Vulnerable GraphQL Application) como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clairvoyance para reconstruir esquema si la introspección está deshabilitada.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clone https://github.com/dolevf/Damn-Vulnerable-GraphQL-Application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run -t -p 5013:5013 dolevf/dvga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el endpoint GraphQL (/graphql, /api/graphql) y prueba la introspección: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{ schema { types { name fields { name } } } }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InQL, genera el mapa de queries y mutations disponibles.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IDOR/BOLA: consulta un objeto por ID que no es tuyo (user(id: 2){ email }).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una mutation sensible sin el rol adecuado (autorización rota).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alias/batching para repetir un login muchas veces en una sola petición (fuerza bruta sin rate limit).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una consulta profundamente anidada para evaluar el riesgo de DoS por complejidad.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el esquema de DVGA con introspección y con clairvoyance (deshabilitada).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 un IDOR en una query y otro en una mutation.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alias para hacer fuerza bruta en una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consulta anidada que dispare un ataque de complejidad.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desactivar introspección en prod reduce (pero no elimina)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límites de profundidad/complejidad y authz por resolver.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DVGA, obtén el esquema por introspección, explota una autorización rota (query o mutation) y demuestra un bypass de rate limit con batching/alias.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el esquema, la operación no autorizada con su evidencia y el batching que elude el límite, más la defensa (introspección off, authz por resolver, límites de complejidad).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Introspección deshabilitada — Usa clairvoyance para inferir el esquema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Query da error de tipo — Sintaxis GraphQL; ajusta campos/argumentos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Mutation rechazada — Requiere rol; busca otra vía o documenta fortaleza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Batching ignorado — El servidor no soporta batch; usa alias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DoS no reproducible — Hay límite de profundidad; documenta la defensa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¿GraphQL es más inseguro que REST?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inherentemente, pero su flexibilidad y la introspección amplían la superficie y a menudo la autorización está peor implementada.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con desactivar la introspección?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Ayuda, pero un atacante puede inferir el esquema (clairvoyance). La defensa real es authz por resolver y límites de complejidad.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batching es peligroso?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Permite empaquetar muchas operaciones en una petición, eludiendo rate limits diseñados para contar peticiones, no operaciones.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GraphQL API vulnerabilities: &lt;https://portswigger.net/web-security/graphql&gt;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GraphQL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DVGA: &lt;https://github.com/dolevf/Damn-Vulnerable-GraphQL-Application&gt;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InQL: &lt;https://github.com/doyensec/inql&gt;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