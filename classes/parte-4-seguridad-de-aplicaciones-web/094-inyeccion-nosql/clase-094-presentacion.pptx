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094 — Inyección NoSQL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que la inyección no es exclusiva de SQL: las bases NoSQL (MongoDB, etc.) tienen sus propios vectores. Aprenderás a explotar operadores de MongoDB y JavaScript del lado servidor para saltar autenticación y extraer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el paso de objetos JSON habilita NoSQLi.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operadores MongoDB ($ne, $gt, $regex, $where) como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Saltar autenticación con inyección de operadores.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datos con NoSQLi ciega basada en $regex.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validación de tipos y sanitización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datos NoSQL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Operadores de consulta MongoDB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Inyección vía JSON vs. query string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Auth bypass con $ne/$gt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Blind NoSQLi con $regex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$where y JS server-side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validar tipos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NoSQL injection: manipular consultas de bases no relacionales insertando operadores u objetos. Característica: se aprovecha del tipado débil del input.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Operador $ne: "not equal". Característica: {"$ne": null} casi siempre es verdadero, ideal para bypass.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Operador $regex: coincidencia por expresión regular. Característica: permite inferir datos carácter a carácter (blind).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$where: ejecuta JavaScript en el servidor Mongo. Característica: potente y peligroso; puede permitir DoS o extracción.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de objeto: enviar {"$ne":""} donde se espera un string. Característica: posible cuando el backend no valida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Type juggling: confusión de tipos entre cliente y servidor. Característica: base de muchos bypass NoSQL.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(usa MongoDB-like en algunos retos) o un lab DVNA/NodeGoat.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para editar cuerpos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NoSQLMap (opcional, para automatizar).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https://github.com/OWASP/NodeGoat &amp;&amp; cd NodeGoat &amp;&amp; docker compose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un login que reciba JSON ({"username":"x","password":"y"}).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Burp, cambia el body a inyección de operador: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{"username":"admin","password":{"$ne":""}}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si se produce el bypass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 variante por query string: username[$ne]=&amp;password[$ne]=.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NoSQLi ciega, usa $regex para adivinar la contraseña: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{"username":"admin","password":{"$regex":"^a"}}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el payload en JSON del payload en query string para el mismo bypass.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contraseña de 8 caracteres con $regex blind.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{"$gt":""} también funciona como bypass.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validación en Node que impediría el ataque (comprobar typeof === 'string').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hace $where y por qué está desaconsejado.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conceptualmente SQLi y NoSQLi: similitudes y diferencias.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un bypass de autenticación en un lab NoSQL (NodeGoat/Juice Shop) y luego extrae parcialmente una credencial con NoSQLi ciega por $regex.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el login sin conocer la contraseña y recuperas al menos los primeros caracteres del valor real mediante $regex, documentando los payloads.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operador no se interpreta — El backend recibe string, no objeto; ajusta Content-Type/formato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$where bloqueado — Deshabilitado en el servidor; usa otros operadores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Regex demasiado lento — Usa anclas ^ y búsqueda incremental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Bypass no funciona en query string — La app parsea distinto; prueba notación param[$ne]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— Confirma con dos operadores distintos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JSON facilita NoSQLi?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 campo que debería ser string puede convertirse en un objeto con operadores si el servidor no valida el tipo.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¿MongoDB es inseguro por diseño?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el problema es el código que pasa input sin validar tipos ni sanitizar. Con validación estricta no hay NoSQLi.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sqlmap para NoSQL?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Para NoSQL existe NoSQLMap y payloads manuales; los conceptos son análogos pero la sintaxis difiere.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for NoSQL Injection (WSTG).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NoSQL injection: &lt;https://portswigger.net/web-security/nosql-injection&gt;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MongoDB Query Operators: &lt;https://www.mongodb.com/docs/manual/reference/operator/query/&gt;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