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194560"/>
            <a:ext cx="804672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200" b="1">
                <a:solidFill>
                  <a:srgbClr val="0B3D2E"/>
                </a:solidFill>
              </a:rPr>
              <a:t>Clase 087 — OWASP Top 10: panorama general</a:t>
            </a:r>
          </a:p>
          <a:p>
            <a:r>
              <a:rPr sz="1600">
                <a:solidFill>
                  <a:srgbClr val="2E8B57"/>
                </a:solidFill>
              </a:rPr>
              <a:t>parte 4 seguridad de aplicaciones web</a:t>
            </a:r>
          </a:p>
          <a:p>
            <a:r>
              <a:rPr sz="1200">
                <a:solidFill>
                  <a:srgbClr val="22282E"/>
                </a:solidFill>
              </a:rPr>
              <a:t>Programa de Ciberseguridad Moderna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🎯 Objetivo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Dominar el OWASP Top 10 (2021) como marco de referencia y taxonomía: qué representa cada categoría, cómo se relacionan entre sí y cómo usarlo para estructurar una auditoría web. Es el mapa que da nombre y contexto a todo lo que atacaremos en el resto de la parte.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📚 Resultados de aprendizaje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Al finalizar, el alumno podrá: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Enumerar las 10 categorías del OWASP Top 10 2021 y su significado.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Mapear una vulnerabilidad concreta a su categoría correspondiente.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Explicar los cambios respecto a la versión 2017 y por qué ocurrieron.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Priorizar hallazgos usando el enfoque de riesgo de OWASP.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Distinguir el Top 10 de estándares más exhaustivos como ASVS y WSTG.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🗺️ Temas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1 — A01 Broken Access Control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2 — A02 Cryptographic Failures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3 — A03 Injection (incluye XSS)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4 — A04 Insecure Design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5 — A05 Security Misconfiguration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6 — A06–A10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7 — Metodología de riesgo OWASP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📖 Definiciones y características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OWASP Top 10: documento de concienciación con las 10 categorías de riesgo web más críticas. Característica: es un punto de partida, no una checklist completa.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Categoría de riesgo: agrupación de vulnerabilidades por causa raíz común. Característica: una CWE puede caer en varias categorías.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Broken Access Control (A01): usuarios acceden a datos/funciones fuera de sus permisos. Característica: subió al puesto 1 en 2021.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Insecure Design (A04): fallo por diseño, no por implementación. Característica: no se corrige con un parche puntual.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SSRF (A10): el servidor hace peticiones a destinos controlados por el atacante. Característica: entró como categoría propia por su relevancia en cloud.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Riesgo = probabilidad × impacto: fórmula que OWASP usa para ordenar. Característica: guía la priorización, no la sustituye por criterio.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🧰 Herramientas y preparación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Documento OWASP Top 10 2021 (online, gratuito).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OWASP Juice Shop (cada reto está etiquetado con su categoría).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Hoja de cálculo o plantilla para mapear hallazgos → categoría → severidad.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🧪 Laboratorio guiado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Abre el sitio oficial del Top 10 2021 y lee la ficha de cada categoría (A01–A10).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Crea una tabla con columnas: categoría, ejemplo real, CWE asociada, control preventivo.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En Juice Shop, abre el Score Board (/#/score-board) y filtra retos por categoría.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Elige 5 retos de categorías distintas y anota a qué A0X pertenecen y por qué.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Para cada uno, redacta en una frase el impacto de negocio si se explotara.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Ordena tus 5 hallazgos hipotéticos por riesgo (probabilidad × impacto) y justifica.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Compara tu orden con la severidad que sugiere el propio reto.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✍️ Ejercicios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Asocia cada una de estas CWE a su categoría: CWE-89, CWE-79, CWE-352, CWE-918, CWE-611.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Explica por qué "Injection" absorbió a XSS en 2021.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Da un ejemplo propio de Insecure Design que no sea un bug de código.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Diferencia A05 (misconfiguration) de A06 (componentes vulnerables) con un caso.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Justifica por qué Broken Access Control encabeza la lista.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Propón un control preventivo para cada categoría del Top 10.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📝 Reto verificable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Entrega una matriz Top 10 con las 10 categorías, un ejemplo concreto por cada una, su CWE principal y un control de mitigación.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Criterio de aceptación: las 10 categorías están cubiertas, los ejemplos son distintos y realistas, y cada control mitiga la causa raíz (no solo el síntoma).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⚠️ Errores comunes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Tratar el Top 10 como checklist completa — Es concienciación; usa ASVS/WSTG para cobertura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Confundir categoría con vulnerabilidad — Una categoría agrupa muchas CWE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Ignorar A04 por ser "abstracta" — El diseño inseguro es causa de muchos bugs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Priorizar solo por moda — Prioriza por riesgo en tu contexto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Usar la versión 2017 — Cambió el orden y las categorías; usa 2021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❓ Preguntas frecuentes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❓ ¿El Top 10 basta para certificar seguridad?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No. Es concienciación. Para verificación usa OWASP ASVS y para testing la WSTG.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❓ ¿Con qué frecuencia cambia?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Cada 3–4 años aproximadamente, según datos de la industria y encuestas.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❓ ¿Dónde encaja XSS ahora?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Dentro de A03 Injection desde 2021, porque comparte causa raíz: datos no confiables interpretados como código.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🔗 Referencias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OWASP Top 10 2021: &lt;https://owasp.org/Top10/&gt;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OWASP ASVS: &lt;https://owasp.org/www-project-application-security-verification-standard/&gt;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MITRE CWE: &lt;https://cwe.mitre.org/&gt;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OWASP Risk Rating Methodology: &lt;https://owasp.org/www-community/OWASPRiskRatingMethodology&gt;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