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108 — Vulnerabilidades en carga de archivos</a:t>
            </a:r>
          </a:p>
          <a:p>
            <a:r>
              <a:rPr sz="1600">
                <a:solidFill>
                  <a:srgbClr val="2E8B57"/>
                </a:solidFill>
              </a:rPr>
              <a:t>parte 4 seguridad de aplicaciones web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Explotar fallos en la carga de archivos (file upload): subir contenido malicioso que la aplicación acepta y ejecuta o sirve de forma peligrosa. Un upload mal validado puede convertirse en web shell (RCE), XSS almacenado, path traversal o SSRF.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qué validaciones aplica un formulario de subida.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Evadir filtros por extensión, Content-Type y magic bytes.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Conseguir ejecución subiendo una web shell en un lab.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Explotar upload para XSS almacenado, path traversal y SSRF.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Recomendar validación robusta y almacenamiento seguro.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Validaciones de upload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Bypass por extensión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Bypass por Content-Type y magic bytes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Web shell y RCE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Upload → XSS/SVG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Path traversal en el nombre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Defensa: allowlist, renombrar, aislar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File upload inseguro: aceptar archivos sin validar tipo, contenido o ubicación. Característica: puede llevar a RCE.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Web shell: archivo (p. ej. .php) que ejecuta comandos al accederse. Característica: da control del servidor.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Magic bytes: firma binaria inicial que identifica el tipo real. Característica: se puede falsificar para engañar validaciones.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Blocklist de extensiones: prohibir ciertas extensiones. Característica: frágil; se evade con variantes (.phtml, .php5).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Allowlist: permitir solo extensiones/tipos seguros. Característica: defensa robusta.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Almacenamiento fuera de webroot: guardar uploads donde no se ejecuten. Característica: evita ejecución del contenido subido.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DVWA (File Upload) y PortSwigger labs de file upload.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Burp para modificar el nombre, extensión y Content-Type en la petición.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web shell mínima de laboratorio (p. ej. PHP que ejecute $GET['cmd']).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DVWA → File Upload, sube una imagen normal y observa dónde se guarda y cómo se sirve.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Sube una web shell PHP simple; si se bloquea por extensión, prueba variantes: .phtml, .php5, .pHp.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Evade validación por Content-Type: cambia el header a image/png en Burp manteniendo el contenido PHP.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Evade validación por magic bytes: antepone GIF89a; al código PHP.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Accede a la URL del archivo subido y ejecuta un comando (?cmd=id) en el lab.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Prueba vectores alternativos: sube un SVG con XSS, o un nombre con ../ para path traversal.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 la validación evadida, el payload y el impacto.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5 extensiones alternativas que pueden ejecutar código PHP.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Evade una validación por Content-Type y otra por magic bytes.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Sube un SVG que ejecute JavaScript (XSS almacenado).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../ en el nombre para intentar sobrescribir un archivo.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guardar fuera del webroot mitiga el RCE.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una validación de upload robusta (allowlist + renombrado + escaneo).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Consigue RCE subiendo una web shell en un lab (DVWA Medium o PortSwigger) evadiendo al menos una validación, y ejecuta un comando.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entregas el archivo subido, la validación evadida, la evidencia de ejecución de comando y la corrección (allowlist, renombrado, almacenamiento fuera del webroot).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Extensión rechazada — Blocklist; prueba variantes o doble extensión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sube pero no ejecuta — Fuera del webroot o sin handler PHP; busca ubicación ejecutable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Content-Type validado — Falsifícalo en Burp manteniendo el contenido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Magic bytes comprobados — Antepón la firma del tipo permitido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Nombre saneado — Path traversal bloqueado; prueba encoding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¿Basta validar la extensión?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Hay que validar tipo real, renombrar, y sobre todo almacenar donde no se ejecute el contenido.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un SVG es peligroso?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es XML y puede contener JavaScript; servido inline, ejecuta XSS en el contexto de la app.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¿Dónde guardo los uploads?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Fuera del directorio web servible, con nombres generados, y sírvelos con Content-Type y Content-Disposition seguros.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Stuttard &amp; Pinto, The Web Application Hacker's Handbook.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File Upload Cheat Sheet.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PortSwigger File upload vulnerabilities: &lt;https://portswigger.net/web-security/file-upload&gt;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Li, Bug Bounty Bootcamp.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