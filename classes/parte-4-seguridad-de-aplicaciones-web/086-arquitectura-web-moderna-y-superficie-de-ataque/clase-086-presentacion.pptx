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086 — Arquitectura web moderna y superficie de ataque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cómo está construida una aplicación web moderna —navegador, SPA, API, backend, base de datos, servicios cloud— y aprender a dibujar su superficie de ataque completa. Sin este mapa mental, el resto de la parte se convierte en probar payloads a ciegas; con él, cada prueba tiene un porqué.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los componentes de una arquitectura web moderna y su flujo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puntos de entrada (parámetros, cabeceras, cookies, cuerpos JSON, WebSockets).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controles de seguridad del lado cliente y del lado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diagrama de superficie de ataque a partir de la observación del tráfico HTTP.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activos por sensibilidad para priorizar el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cliente-servidor y HTTP/HTTPS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SPA vs. render en servidor (SSR)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APIs REST/GraphQL como backend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Autenticación, sesiones y tokens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Proxies, CDN, WAF y balanceadores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Servicios cloud y metadata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Puntos de entrada de datos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Superficie de ataque: conjunto de todos los puntos donde un atacante puede introducir o extraer datos. Característica clave: crece con cada parámetro, endpoint y cabecera nuevos.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Punto de entrada (input): cualquier valor controlable por el cliente (query string, body, header, cookie, path). Característica: todo input no confiable debe validarse en el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Frontera de confianza: línea que separa lo que controla el cliente de lo que controla el servidor. Característica: los controles del cliente son cosméticos, no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SPA (Single Page Application): app que renderiza en el navegador y habla con una API. Característica: el código fuente JS es visible y revela endpoints.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Endpoint de API: URL que expone una operación del backend. Característica: suele tener menos protección visual pero igual necesidad de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Metadata endpoint (cloud): servicio interno (169.254.169.254) que entrega credenciales temporales. Característica: alcanzable vía SSRF si no se protege.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Trabajaremos en un laboratorio aislado y autorizado. Nunca escanees aplicaciones de terceros sin permiso explícito.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Navegador con DevTools (Firefox o Chromium).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Suite Community o OWASP ZAP como proxy.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Juice Shop en local vía Docker: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 run --rm -d -p 3000:3000 bkimminich/juice-shop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Juice Shop y abre http://localhost:3000.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Abre DevTools → pestaña Network. Recarga y observa las llamadas a /rest/ y /api/.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Anota cada endpoint distinto en una tabla: método, ruta, parámetros, si requiere token.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el JavaScript cargado (Sources): busca rutas de API embebidas y roles (admin, accounting).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el navegador para pasar por Burp (proxy 127.0.0.1:8080). Instala el certificado CA de Burp.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Repite la navegación con Burp interceptando: revisa HTTP history y filtra por In-scope.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diagrama: cliente → API (/rest, /api) → base de datos → servicios (mail, upload). Marca fronteras de confianza.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10 puntos de entrada distintos en Juice Shop (incluye cabeceras y cookies).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qué controles de seguridad son de cliente (validación JS) y cuáles de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en el JS un endpoint que no aparece navegando por la UI.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Marca en tu diagrama dónde entra un token de sesión y hasta dónde viaja.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qué es el endpoint de metadata en AWS/GCP/Azure y por qué es sensible.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la superficie de ataque de una SPA vs. una app SSR clásica.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diagrama de superficie de ataque de Juice Shop con al menos 12 puntos de entrada, fronteras de confianza señaladas y una tabla de endpoints priorizada.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diagrama incluye cliente, API, datos y servicios; cada endpoint tiene método, autenticación requerida (sí/no) y nivel de sensibilidad 1–3.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no ve tráfico HTTPS — Falta instalar el CA de Burp en el navegador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"Confiar solo en la UI" — Endpoints ocultos en el JS; revisa Sources y sitemap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ignoran cabeceras y cookies — Son inputs válidos; inclúyelos en el mapa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Escanear fuera del laboratorio — Ilegal sin permiso; limita el scope en Burp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HTTP/2 con HTTP/1 — Afecta a ataques de smuggling; identifica el protocolo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no basta con la validación del formulario?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corre en el cliente y se puede desactivar o saltar con un proxy. La seguridad se decide en el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superficie de ataque de una API es distinta a la de la web?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la misma lógica, pero la API suele exponer más operaciones y menos protecciones cosméticas, así que a menudo es más fértil.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Burp Professional?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para empezar. Community cubre esta parte; Pro añade el scanner automático y algunas utilidades de Intruder.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Handbook, cap. 1–4.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WSTG — Information Gathering: &lt;https://owasp.org/www-project-web-security-testing-guide/&gt;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MDN — Cómo funciona la web: &lt;https://developer.mozilla.org/es/docs/Learn/Gettingstartedwiththeweb/HowtheWebworks&gt;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Juice Shop: &lt;https://owasp.org/www-project-juice-shop/&gt;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