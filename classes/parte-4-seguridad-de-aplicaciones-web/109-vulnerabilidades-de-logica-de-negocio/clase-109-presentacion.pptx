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109 — Vulnerabilidades de lógica de negocio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Descubrir fallos de lógica de negocio: vulnerabilidades que no rompen la tecnología sino las reglas de la aplicación (precios negativos, saltarse pasos, abusar de descuentos, condiciones de carrera). No las detectan los escáneres automáticos; requieren entender el flujo y pensar como un adversario creativo.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Modelar el flujo de negocio para encontrar suposiciones frágiles.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fallos de validación de precios, cantidades y estados.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Saltar pasos de un flujo multi-etapa (flow bypass).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y explotar condiciones de carrera (race conditions).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validaciones de negocio del lado servidor.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una falla de lógica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Suposiciones del desarrollador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Manipulación de precios/cantidades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Flow bypass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Race conditions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Abuso de descuentos/cupones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validar reglas en servidor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Falla de lógica: violación de una regla de negocio, no de una tecnología. Característica: invisible para los escáneres.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Flow bypass: completar una operación saltándose pasos o validaciones intermedias. Característica: explota confianza en el orden del flujo.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Race condition (TOCTOU): dos operaciones concurrentes producen un estado inconsistente. Característica: ventana entre comprobación y 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Manipulación de parámetros de negocio: alterar precio, cantidad o estado en la petición. Característica: el servidor debe recalcular, no confiar.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Idempotencia: una operación repetida no cambia el resultado. Característica: su ausencia habilita abusos (doble canje).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Límite lógico: restricción de negocio (máximos, mínimos). Característica: si no se valida en servidor, se evade.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business logic y race conditions.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Juice Shop (varios retos de lógica).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(Repeater, Intruder y el modo de peticiones paralelas para race conditions).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un flujo de compra completo: carrito → checkout → pago → confirmación.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 el checkout y manipula el precio o la cantidad (valores negativos, decimales, cero).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un flow bypass: envía la petición de confirmación sin completar el pago.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Abusa de un cupón: aplícalo varias veces o combínalo indebidamente.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 una race condition: envía peticiones paralelas de canje/retiro con Burp (single-packet attack) para superar un límite.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Comprueba límites lógicos: compra más unidades de las permitidas alterando el parámetro.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la regla violada, la petición manipulada y el impacto económico.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3 suposiciones del desarrollador que se puedan romper en Juice Shop.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Manipula un precio a un valor negativo y explica el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flow bypass saltando un paso de validación.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una race condition de canje múltiple con peticiones paralelas.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recalcular en servidor evita la manipulación de precios.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validaciones de negocio para un carrito de compra.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lógica de negocio de PortSwigger (manipulación de precio, flow bypass o race condition) y demuestra el beneficio indebido.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lab queda resuelto, documentas la regla de negocio vulnerada, la petición manipulada/paralela y la defensa (validación y recálculo en servidor, idempotencia, bloqueos).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precio se recalcula — Servidor valida; busca otro parámetro de negocio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Flow no se puede saltar — Estados bien controlados; documenta la fortaleza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Race condition no reproduce — Envía peticiones más simultáneas (single-packet)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Cupón no reutilizable — Idempotencia correcta; prueba combinaciones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Escáner no encontró nada — Normal: la lógica requiere análisis manual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los escáneres no las detectan?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dependen del significado de negocio, que la herramienta no entiende. Requieren razonamiento humano.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una race condition en la práctica?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Aprovechar la ventana entre "comprobar" y "usar" enviando peticiones simultáneas para, por ejemplo, canjear dos veces un mismo saldo.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se defienden?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Validando y recalculando toda regla en el servidor, usando bloqueos/transacciones e idempotencia en operaciones sensibles.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Yaworski, Real-World Bug Hunting.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Business logic vulnerabilities: &lt;https://portswigger.net/web-security/logic-flaws&gt;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Race conditions: &lt;https://portswigger.net/web-security/race-conditions&gt;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WSTG — Business Logic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