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103 — Ataques y seguridad de JWT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 seguridad de los JSON Web Tokens (JWT), hoy omnipresentes en APIs y SPAs. Aprenderás a decodificarlos, detectar implementaciones inseguras y explotar fallos clásicos: alg:none, confusión de algoritmos, claves débiles y falta de verificación de firma.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Decodificar y comprender la estructura de un JWT (header, payload, signature).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ataque alg:none y la aceptación de firma vacía.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confusión de algoritmos (RS256 → HS256).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Crackear claves HMAC débiles por fuerza bruta.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una configuración segura de JWT.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y claims de JWT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Algoritmos: HS256 vs. RS256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alg:none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Confusión de algoritmos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Claves HMAC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Claims: exp, iss, aud, kid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verificar firma y alg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JWT: token compacto con header, payload y firma en Base64URL. Característica: autocontenido y stateless.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alg:none: algoritmo que indica "sin firma". Característica: si el servidor lo acepta, cualquiera forja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de algoritmos: hacer que el servidor verifique un RS256 como HS256 usando la clave pública como secreto HMAC. Característica: explota validación laxa del alg.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kid (key id): cabecera que indica qué clave usar. Característica: inyectable (path traversal, SQLi) si no se valida.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Claim exp: expiración del token. Característica: si no se valida, los tokens no caducan.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HMAC: clave compartida en HS256. Característica: si es débil, se crackea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jwt.io (decodificar/inspeccionar) y jwttool.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con la extensión JWT Editor.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o John the Ripper para crackear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JWT.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https://github.com/ticarpi/jwttool &amp;&amp; cd jwttool &amp;&amp; pip install -r requirements.txt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un JWT y decodifícalo con jwt.io o jwttool para ver header y claims.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ataque alg:none: cambia "alg":"none", elimina la firma y modifica un claim (p. ej. role: admin).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usa RS256, intenta confusión de algoritmos: firma un HS256 usando la clave pública del servidor como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es HS256, extrae el token y crackea el secreto con hashcat: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-m 16500 token.txt wordlist.txt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secreto, forja un token con privilegios elevados y úsalo.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 el kid para apuntar a un archivo/valor controlado.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cada parte de un JWT y qué contiene el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ataque alg:none en un lab de PortSwigger.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confusión RS256→HS256 y explica por qué funciona.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 un secreto HMAC débil y forja un token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los claims exp/iss/aud y qué pasa si no se validan.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validación correcta de JWT en el lenguaje que prefieras.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JWT de PortSwigger (alg:none, clave débil o confusión de algoritmos) y escala a administrador forjando un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el token forjado, el ataque usado y la corrección (verificar firma, fijar el algoritmo esperado, secreto fuerte).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alg:none rechazado — Servidor valida el algoritmo; prueba otro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no funciona — La librería fija el alg; documenta como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no crackea — Secreto fuerte; solo funciona con claves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modificado rechazado — La firma sí se verifica; revisa el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kid no explotable — Se valida contra allowlist; correcto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¿JWT es inseguro?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por sí mismo. Los fallos vienen de implementaciones que no verifican bien la firma o el algoritmo.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revocar un JWT?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fácilmente por ser stateless. Se usan expiraciones cortas y listas de revocación o rotación de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¿Guardo el JWT en localStorage o cookie?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HttpOnly reduce el robo vía XSS; localStorage es accesible por JS. Cada opción tiene trade-offs de CSRF/XSS.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sección de JWT.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7519 (JWT): &lt;https://datatracker.ietf.org/doc/html/rfc7519&gt;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JWT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JWT: &lt;https://portswigger.net/web-security/jwt&gt;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