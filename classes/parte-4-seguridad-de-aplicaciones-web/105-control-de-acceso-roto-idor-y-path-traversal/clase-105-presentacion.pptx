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105 — Control de acceso roto: IDOR y path traversal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el control de acceso roto (Broken Access Control), la categoría número 1 del OWASP Top 10. Nos centramos en IDOR (referencias directas inseguras a objetos) y path traversal (acceso a archivos fuera del directorio permitido), dos de los hallazgos más frecuentes y rentables en bug bounty.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IDOR manipulando identificadores en peticiones.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control de acceso horizontal y vertical.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path traversal para leer archivos del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funciones administrativas por acceso directo a URLs.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autorización a nivel de objeto y validación de rutas.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Autorización vertical vs. horizontal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IDOR clásico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IDOR con identificadores no obvios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Forced browsing a funciones admin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Path/directory traversal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Métodos y verbos HTTP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authz por objeto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Broken Access Control: la app no verifica que el usuario pueda hacer/ver lo solicitado. Característica: categoría A01, la más frecuente.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IDOR: acceder a un objeto cambiando su identificador sin comprobación de permisos. Característica: fácil de detectar cambiando IDs.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horizontal: acceder a datos de otro usuario del mismo nivel. Característica: IDOR típico.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vertical: acceder a funciones de mayor privilegio. Característica: escalada a admin.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Path traversal: usar ../ para salir del directorio permitido. Característica: lee archivos arbitrarios del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Forced browsing: navegar directamente a URLs no enlazadas. Característica: revela funciones sin control de acceso.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(Intruder para iterar IDs; extensión Autorize para probar authz).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access control y Juice Shop.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Dos cuentas de prueba (usuario A y usuario B) para comparar accesos.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Autentícate como usuario A y localiza una petición con un ID (/api/orders/1001).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el ID a 1002 y observa si accedes a datos de otro usuario (IDOR horizontal).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 con Intruder para enumerar objetos accesibles.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escalada vertical: accede a /admin o a endpoints de administración con tu sesión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path traversal en un parámetro de archivo: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 /download?file=../../../../etc/passwd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variantes de evasión: encoding (%2e%2e%2f), doble encoding, prefijos absolutos.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con ejemplos IDOR horizontal y escalada vertical.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un IDOR donde el identificador es un UUID (busca la fuente del UUID).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/etc/passwd vía path traversal evadiendo un filtro de ../.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Descubre una función admin por forced browsing.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cambiar el verbo HTTP (GET→POST/PUT) para saltar un control.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control de acceso correcto a nivel de objeto (comprobar propietario).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dos labs de PortSwigger: un IDOR que exponga datos de otro usuario y un path traversal que lea un archivo del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ambos labs quedan resueltos, documentas el identificador/ruta manipulados, la evidencia del acceso no autorizado y la defensa (authz por objeto, canonicalización de rutas).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Cambiar el ID da 403 — Hay control de acceso; busca otro objeto/verbo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UUID "imposible de adivinar" — Suele filtrarse en otra respuesta; búscalo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../ filtrado — Prueba encoding, doble encoding o rutas absolutas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 accesible pero vacío — Falta el rol; prueba acciones concretas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IDOR — Confirma con dos cuentas distintas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IDOR es tan común?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los desarrolladores confían en que el ID no es adivinable, en vez de verificar la propiedad del objeto en cada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UUID previenen IDOR?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Dificultan la adivinación, pero no son control de acceso. Si el UUID se filtra, el IDOR persiste.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¿Path traversal solo lee archivos?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es lo básico; combinado con upload o LFI puede escalar a ejecución de código en algunos contextos.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Yaworski, Real-World Bug Hunting, cap. de 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Broken Access Control (A01): &lt;https://owasp.org/Top10/A012021-BrokenAccessControl/&gt;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Path Traversal.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Access control: &lt;https://portswigger.net/web-security/access-control&gt;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