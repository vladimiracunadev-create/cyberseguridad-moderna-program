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101 — Fallos de autenticación y bypass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los mecanismos de autenticación y descubrir formas de saltárselos: enumeración de usuarios, fuerza bruta, fallos en recuperación de contraseña, MFA débil y lógica de login rota. La autenticación es la puerta de la aplicación; romperla suele ser el hallazgo de mayor impacto.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enumeración de usuarios por diferencias en respuestas/tiempos.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fuerza bruta controlada y credential stuffing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fallos en flujos de recuperación de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la robustez de la MFA y sus bypass comunes.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controles: rate limiting, MFA correcta, mensajes genéricos.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Enumeración de usuarios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Fuerza bruta y stuffing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Rate limiting y su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Recuperación de contraseña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MFA: tipos y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Lógica de login rota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 en profundidad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usuarios: determinar qué cuentas existen por diferencias en las respuestas. Característica: habilita ataques dirigidos.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Credential stuffing: probar credenciales filtradas de otras brechas. Característica: explota la reutilización de contraseñas.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limiting: límite de intentos por tiempo/IP. Característica: defensa esencial contra fuerza bruta.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(autenticación multifactor): segundo factor además de la contraseña. Característica: reduce el riesgo pero tiene bypass 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reset: valor temporal para recuperar contraseña. Característica: si es predecible o no expira, es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Response timing: diferencias de tiempo que filtran información. Característica: canal lateral de enumeración.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autenticación y DVWA.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Intruder para fuerza bruta y enumeración.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Listas de usuarios/contraseñas de SecLists.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login con un usuario inexistente y otro existente; compara mensajes y tiempos (enumeración).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Intruder, enumera usuarios válidos por diferencia de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fuerza bruta de contraseña sobre un usuario válido en un lab sin rate limiting.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flujo de recuperación de contraseña: ¿el token es predecible?, ¿expira?, ¿se puede reusar?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un bypass de MFA: reenviar la petición sin el paso 2, reutilizar código, o forzar el código (si no hay límite).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lógica rota: acceder a /account con un estado de sesión parcial.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cada debilidad con evidencia y su corrección.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enumeración de usuarios por mensaje y por tiempo, por separado.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ataque de credential stuffing y explica su defensa (MFA, detección de reuso).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token de reset y evalúa su entropía y expiración.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bypass de MFA reales y cómo prevenirlos.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los mensajes de error deben ser genéricos.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política de rate limiting sensata (por cuenta y por IP).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PortSwigger que combine enumeración de usuarios + fuerza bruta y accede a la cuenta objetivo, o un lab de bypass de MFA.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documentas la señal que reveló el usuario válido (o el fallo de MFA), la credencial/técnica y los controles que lo habrían evitado.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Bloqueo tras pocos intentos — Rate limiting; rota IPs (en lab) o busca otro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Mensajes idénticos siempre — Sin enumeración por mensaje; prueba por tiempo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reset aleatorio — Bien diseñado; busca reuso o falta de expiración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MFA no bypasseable — Implementación correcta; documenta como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bruta sin éxito — Contraseña fuerte; prueba stuffing con listas reales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MFA elimina la fuerza bruta?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mucho el riesgo, pero un segundo factor mal implementado (sin límite, reusable) puede saltarse.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importan los tiempos de respuesta?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una diferencia consistente entre usuario válido e inválido filtra información aunque los mensajes sean iguales.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¿Bloquear la cuenta es buena defensa?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provocar denegación de servicio. Mejor combinar rate limiting, MFA y detección de anomalías.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Authentication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Authentication 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Authentication: &lt;https://portswigger.net/web-security/authentication&gt;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