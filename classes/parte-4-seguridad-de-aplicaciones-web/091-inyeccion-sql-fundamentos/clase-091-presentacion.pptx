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091 — Inyección SQL: fundamentos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a fondo la inyección SQL (SQLi): por qué ocurre, cómo detectarla y cómo explotarla en su forma clásica (in-band). Es la vulnerabilidad emblema de la categoría A03 Injection y una de las de mayor impacto: puede exponer bases de datos completas.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la concatenación de entradas produce 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puntos inyectables con pruebas de error y booleanas.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SQLi con UNION SELECT para extraer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esquema, tablas y columnas de la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la corrección: consultas parametrizadas.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se construye una query vulnerable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Detección: comillas, errores, lógica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UNION-based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Enumeración del esquema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Bypass de autenticación con SQLi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Comentarios y sintaxis por motor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Remediación: prepared statements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SQL: inserción de sintaxis SQL en una entrada que se concatena a una consulta. Característica: rompe la separación entre datos y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In-band SQLi: los resultados vuelven por el mismo canal (la respuesta). Característica: la variante más fácil de explotar.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UNION-based: usa UNION SELECT para añadir filas controladas. Característica: requiere igualar número y tipo de columnas.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Error-based: fuerza mensajes de error que filtran datos. Característica: depende de que la app muestre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Prepared statement: consulta con parámetros ligados. Característica: separa código de datos y elimina la 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Comentario SQL (--, #, / /): trunca el resto de la query. Característica: clave para bypass de login.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(nivel Low y Medium) o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para interceptar y editar parámetros.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SQL para inspeccionar la base de datos y comprobar tu progreso.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-d -p 80:80 vulnerables/web-dvwa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SQL Injection, introduce 1 y observa la consulta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1' y busca un error SQL: confirma que el input llega crudo a la query.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número de columnas con 1' ORDER BY 1-- -, ORDER BY 2-- -, hasta que falle.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datos con UNION: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1' UNION SELECT user, password FROM users-- -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el esquema con informationschema: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1' UNION SELECT tablename, NULL FROM informationschema.tables--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motor de base de datos por su sintaxis de comentarios y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hash de la contraseña de admin y crackéalo (offline, con hashcat) en tu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el nombre de la base de datos actual con database().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ORDER BY ayuda a contar columnas.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versión parametrizada (segura) de la query vulnerable en PHP y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UNION-based de error-based con un ejemplo propio.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todos los usuarios y hashes de la tabla users de DVWA vía UNION SQLi y luego reescribe la consulta backend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listado exfiltrado (evidencia), el payload UNION usado y el código corregido con prepared statements que impide la inyección.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"The used SELECT statements have a different number of columns" — Cuenta mal de columnas; ajusta el UNION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error visible — Errores desactivados; pasa a blind (próxima clase)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Comilla escapada — Nivel Medium filtra '; prueba numérico o encoding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UNION devuelve tipos incompatibles — Usa NULL en columnas para igualar tipos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de login no funciona — Sintaxis de comentario incorrecta para el motor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ORM me protegen?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gran medida, si usas sus métodos parametrizados. Pero el SQL crudo dentro de un ORM vuelve a ser vulnerable.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¿Escapar comillas es suficiente?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fiable. La defensa correcta son las consultas parametrizadas; el escaping manual es propenso a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informationschema es tan útil?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el catálogo estándar que describe tablas y columnas; permite mapear la base de datos sin conocerla de antemano.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 (Injecting into the DB).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SQL Injection: &lt;https://owasp.org/www-community/attacks/SQLInjection&gt;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SQL injection: &lt;https://portswigger.net/web-security/sql-injection&gt;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SQLi Prevention Cheat 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