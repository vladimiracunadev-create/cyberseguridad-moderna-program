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100 — XML External Entities (XXE)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vulnerabilidades XXE (XML External Entities): abusar de parsers XML mal configurados para leer archivos locales, provocar SSRF y, en casos ciegos, exfiltrar datos out-of-band. Es un fallo clásico que sigue apareciendo en importadores, SOAP, SAML y formatos basados en XML.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qué son las entidades externas y por qué son peligrosas.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archivos del servidor con XXE in-band.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Provocar SSRF a través de entidades externas.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Exfiltrar datos con XXE ciega y DTD externo (OOB).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parsers para deshabilitar entidades externas (defensa).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XML, DTD y entidades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Entidades externas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Lectura de archivos locales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XXE → SSRF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XXE ciega y OOB con DTD externo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XXE en SAML, DOCX, SVG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deshabilitar DTD/entidades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XXE: abuso de entidades externas en un parser XML. Característica: permite leer archivos y hacer SSRF.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DTD (Document Type Definition): define estructura y entidades del XML. Característica: donde se declaran las entidades externas.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Entidad externa: referencia a un recurso externo (SYSTEM "file:///etc/passwd"). Característica: el parser la resuelve si no está deshabilitada.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XXE ciega: no hay salida directa; se usa DTD externo para exfiltrar. Característica: requiere servidor del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Parameter entity (%): entidad usada dentro del DTD. Característica: clave para exfiltración OOB.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Deshabilitar DTD: configurar el parser para no procesar entidades. Característica: defensa definitiva.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XXE y Juice Shop (reto de XXE).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para editar cuerpos XML.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Servidor propio para alojar el DTD externo en XXE ciega.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 endpoint que acepte XML (importar datos, SOAP, comprobar stock).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Inyecta una entidad externa para leer un archivo: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&lt;?xml version="1.0"?&gt;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&lt;!DOCTYPE foo [ &lt;!ENTITY xxe SYSTEM "file:///etc/passwd"&gt; ]&gt;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&lt;stockCheck&gt;&lt;productId&gt;&amp;xxe;&lt;/productId&gt;&lt;/stockCheck&gt;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el contenido del archivo reflejado en la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el XXE en SSRF apuntando la entidad a http://169.254.169.254/....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 /etc/hostname y /etc/passwd en el lab y explica la diferencia de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Transforma un XXE de lectura en un SSRF a metadata.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el DTD externo para una XXE ciega OOB.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un SVG subido puede desencadenar XXE.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configuración segura de un parser en Java/Python que deshabilite DTD.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SAML es históricamente vulnerable a XXE.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XXE ciega de PortSwigger exfiltrando el contenido de un archivo del servidor mediante un DTD externo alojado por ti.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lab queda resuelto, entregas el DTD externo, el payload y el dato exfiltrado, y explicas la configuración de parser que lo evitaría.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entidad no se resuelve — Parser con entidades deshabilitadas; busca otro endpoint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Error de sintaxis XML — DTD mal formado; valida la estructura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salida del archivo — XXE ciega; usa DTD externo OOB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DTD externo no se carga — El servidor no permite conexiones salientes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Parameter entity ignorada — Restricciones del parser; ajusta la técnica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sigue existiendo XXE si es antiguo?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muchos parsers procesan DTD por defecto y XML se esconde en SAML, SVG, DOCX y APIs SOAP.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¿JSON es inmune?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JSON no tiene entidades externas, así que no sufre XXE. Pero otras inyecciones sí aplican.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defensa definitiva?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Deshabilitar el procesamiento de DTD y entidades externas en la configuración del parser.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9.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XXE: &lt;https://owasp.org/www-community/vulnerabilities/XMLExternalEntity(XXE)Processing&gt;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XXE Prevention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XXE: &lt;https://portswigger.net/web-security/xxe&gt;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