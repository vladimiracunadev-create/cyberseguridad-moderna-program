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113 — Ataques del lado del cliente: CORS, postMessage y prototype pollution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tres clases de ataques del lado del cliente propias de las aplicaciones JavaScript modernas: configuraciones CORS inseguras que exponen datos, uso inseguro de postMessage entre ventanas/iframes, y prototype pollution en JavaScript que puede escalar a XSS o RCE (en Node). Son vectores de moda en el bug bounty actual.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políticas CORS y explotar reflejo del Origin con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manejadores postMessage sin validación de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prototype pollution en cliente y (conceptualmente) en Node.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prototype pollution hacia un "gadget" que produce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allowlists de origen, validación de mensajes y Object.freeze.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origen (SOP) y CORS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Configuraciones CORS inseguras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postMessage inseguro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Prototype pollution: concepto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Gadgets y escalada a XSS/RCE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Herramientas (DOM Invader)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Defensas por vector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SOP (Same-Origin Policy): política que aísla orígenes distintos. Característica: CORS la relaja de forma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CORS inseguro: reflejar el Origin o permitir null con Access-Control-Allow-Credentials: true. Característica: permite leer datos autenticados cross-origin.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postMessage: API para comunicar ventanas/iframes. Característica: insegura si no se valida event.origin ni los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Prototype pollution: inyectar propiedades en Object.prototype vía claves como proto. Característica: afecta a todos los objetos.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Gadget: código que lee una propiedad contaminable y la usa peligrosamente. Característica: convierte la contaminación en XSS/RCE.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Source/sink en cliente: origen del dato y punto de uso. Característica: base para rastrear estos ataques.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CORS, DOM-based y prototype pollution.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con DOM Invader (detecta postMessage y prototype pollution).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propio para alojar la página de exploit cross-origin.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CORS: envía una petición con Origin: https://evil.com y observa si se refleja en Access-Control-Allow-Origin junto a Allow-Credentials: true.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Aloja un exploit que use fetch con credentials: 'include' para leer datos sensibles cross-origin.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también el origen null (iframe sandbox) si el servidor lo acepta.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postMessage: con DOM Invader, localiza un handler que use event.data sin validar event.origin.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Envía un mensaje desde tu página para inyectar en un sink (p. ej. innerHTML) y lograr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Prototype pollution: identifica un source (parámetro JSON/URL) que permita proto[x]=y y un gadget que lo consuma.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 la contaminación hasta ejecutar JavaScript en el lab. Documenta cada vector.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 CORS que refleja el Origin y roba datos autenticados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postMessage sin validación de origen y explótalo.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Contamina Object.prototype desde un parámetro y comprueba el efecto global.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un gadget que convierta la contaminación en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riesgo de prototype pollution en Node (RCE) frente al cliente (XSS).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defensas: allowlist de orígenes, validar event.origin, Object.freeze(Object.prototype).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CORS que permita exfiltrar datos autenticados y un lab de prototype pollution que escale a XSS, documentando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ambos labs quedan resueltos, entregas el exploit CORS (con credentials), el source→gadget de la contaminación y las defensas concretas por vector.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CORS no refleja Origin — Allowlist estricta; no explotable por reflejo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Allow-Credentials ausente — Sin credenciales no hay fuga de datos privados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postMessage valida origen — Handler seguro; documenta la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proto filtrado — La app sanea claves; prueba constructor.prototype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Contaminación sin gadget — No hay sink que la consuma; busca otro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¿CORS mal configurado es como CSRF?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No: CSRF ejecuta acciones; el CORS inseguro permite leer respuestas cross-origin, filtrando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¿Prototype pollution siempre es explotable?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por sí sola; necesita un gadget que lea la propiedad contaminada. Sin gadget, es un fallo latente.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validar event.origin en postMessage?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sin ello cualquier página puede enviar mensajes maliciosos que tu handler procesa como confiables.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— CORS: &lt;https://portswigger.net/web-security/cors&gt;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— Prototype pollution: &lt;https://portswigger.net/web-security/prototype-pollution&gt;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MDN — Window.postMessage: &lt;https://developer.mozilla.org/en-US/docs/Web/API/Window/postMessage&gt;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