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093 — SQLMap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la detección y explotación de SQLi con sqlmap, la herramienta de referencia. Aprenderás a usarla con criterio: alimentarla con peticiones reales de Burp, ajustar niveles/riesgos y extraer datos, sin convertirla en un botón mágico que dispara a ciegas.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Alimentar sqlmap con una request capturada en Burp (-r).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Controlar el alcance con --level, --risk y --technique.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bases de datos, tablas, columnas y volcar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blind SQLi (booleana, temporal) sin escribir payloads a mano.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Evadir filtros básicos con tamper scripts, entendiendo sus límites.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Uso básico y -u / -r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level y risk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Enumeración (--dbs, --tables)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Volcado (--dump)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Autenticación y cookies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Tamper scripts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--os-shell y peligros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sqlmap: herramienta open source que automatiza SQLi de extremo a extremo. Característica: soporta múltiples motores y técnicas.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--level (1–5): cuántos vectores prueba (parámetros, cabeceras). Característica: más nivel = más cobertura y ruido.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--risk (1–3): cuán agresivos son los payloads. Característica: riesgo alto puede modificar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 (B,E,U,S,T,Q): booleana, error, union, stacked, temporal, inline. Característica: se seleccionan con --technique.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Tamper script: transforma payloads para evadir filtros. Característica: no sustituye a entender el WAF.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--dump: exfiltra el contenido de tablas. Característica: guarda los datos localmente en CSV.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sqlmap (Python).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para capturar la petición y guardarla como archivo .txt.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sqlmap    # o: git clone https://github.com/sqlmapproject/sqlmap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sqlmap --version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DVWA, captura la petición vulnerable con Burp y guárdala como req.txt (clic derecho → Copy to file).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sqlmap sobre esa request: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sqlmap -r req.txt -p id --batch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detecta inyección, enumera bases de datos: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sqlmap -r req.txt -p id --dbs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tablas y columnas de la base objetivo: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sqlmap -r req.txt -p id -D dvwa --tables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el motor y la versión con --banner.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resultados con --technique=BT vs. la selección automática.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--tamper=space2comment contra un filtro que bloquea espacios.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Volca solo el usuario admin usando --where.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--os-shell es peligroso y cuándo (no) usarlo.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impacto real del dump: ¿qué datos y qué gravedad?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una única request de Burp, usa sqlmap para volcar la tabla de usuarios de DVWA y luego reproduce manualmente uno de los payloads que sqlmap generó, entendiéndolo.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el CSV volcado, el comando exacto y una explicación de un payload de sqlmap (no basta con "funcionó").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"all tested parameters do not appear to be injectable" — Sube --level/--risk o revisa el parámetro correcto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respeta la sesión — Falta --cookie o el token caducó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eterno — Limita --technique y usa --batch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corruptos por --risk=3 — Payloads stacked; baja el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Bloqueado por WAF — Prueba tamper scripts adecuados, con permiso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¿sqlmap sustituye al conocimiento manual?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Automatiza lo tedioso, pero necesitas entender la SQLi para dirigirla, validar resultados y evitar destrozos.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empezar con la request de Burp?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incluye cabeceras, cookies y cuerpo exactos; sqlmap testea todo el contexto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seguro usar --dump en producción?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sin autorización. Extrae datos reales y puede violar privacidad y ley. Solo en labs o con permiso escrito.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sqlmap: &lt;https://sqlmap.org/&gt;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Wiki de sqlmap: &lt;https://github.com/sqlmapproject/sqlmap/wiki&gt;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Testing for SQL Injection (WSTG).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