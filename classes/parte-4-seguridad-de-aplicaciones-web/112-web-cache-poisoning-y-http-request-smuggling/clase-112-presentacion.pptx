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112 — Web cache poisoning y HTTP request smuggling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dos ataques avanzados a nivel de protocolo e infraestructura: el web cache poisoning, que envenena respuestas cacheadas para afectar a muchos usuarios, y el HTTP request smuggling, que abusa de discrepancias entre servidores frontend y backend al interpretar los límites de una petición. Son técnicas de alto nivel, muy premiadas en bug bounty.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las caches web y las cadenas de proxies procesan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Envenenar una cache mediante cabeceras no incluidas en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desincronización CL.TE, TE.CL y TE.TE.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request smuggling para envenenar respuestas y secuestrar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normalización y HTTP/2 end-to-end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Caches web y cache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Unkeyed inputs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Cadena frontend/backend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CL.TE, TE.CL, TE.TE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Impacto: hijack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HTTP/2 downgrade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normalizar, rechazar ambiguo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cache poisoning: inyectar contenido en una respuesta cacheada que se sirve a otros usuarios. Característica: amplifica un input a muchas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key: conjunto de campos que identifican una respuesta en cache. Característica: los inputs no incluidos (unkeyed) son el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request smuggling: aprovechar que frontend y backend delimitan las peticiones de forma distinta. Característica: "contrabandea" una petición dentro de otra.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CL.TE / TE.CL: discrepancia entre Content-Length y Transfer-Encoding. Característica: cada extremo usa una cabecera distinta.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TE.TE: ambos usan Transfer-Encoding pero uno se ofusca. Característica: se evade con obfuscación del header.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Response queue poisoning: desalinear respuestas para servir la de otro usuario. Característica: impacto grave del smuggling.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request smuggling y 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la extensión HTTP Request Smuggler y Param Miner.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 HTTP/1.1 y HTTP/2.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poisoning: usa Param Miner para descubrir cabeceras no incluidas en la clave (unkeyed).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 un valor malicioso en esa cabecera y comprueba si se refleja y se cachea.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envenenamiento accediendo a la URL sin la cabecera (recibes el contenido inyectado).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Request smuggling: con HTTP Request Smuggler, detecta la desincronización (CL.TE/TE.CL).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manualmente una petición con Content-Length y Transfer-Encoding conflictivos para "contrabandear" una segunda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el impacto: captura la petición de otro usuario o envenena la cola de respuestas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tipo de desincronización, el payload y el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diagrama cómo la cache key deja fuera ciertos inputs.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 una cache vía cabecera unkeyed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CL.TE, TE.CL y TE.TE con ejemplos de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a mano una petición de smuggling CL.TE.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HTTP/2 end-to-end mitiga el smuggling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defensas: normalización en el frontend y rechazo de peticiones ambiguas.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HTTP request smuggling de PortSwigger (CL.TE o TE.CL) y un lab de cache poisoning, demostrando impacto en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entregas las peticiones exactas (cabeceras conflictivas / input unkeyed), la evidencia del impacto y la defensa correspondiente.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input no se cachea — Está en la clave o hay Cache-Control: no-store; busca otro header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Smuggling no desincroniza — Ambos usan la misma cabecera; prueba TE.TE con obfuscación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 usa HTTP/2 — El vector clásico cambia; usa técnicas de downgrade/H2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Respuestas inconsistentes — Timing sensible; repite y ajusta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 Miner sin hallazgos — Amplía el diccionario de cabeceras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smuggling es tan potente?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puede secuestrar peticiones de otros usuarios, saltar controles del frontend y envenenar respuestas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¿HTTP/2 elimina el smuggling?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clásico de HTTP/1.1 sí se mitiga con HTTP/2 end-to-end, pero aparecen variantes (H2.CL, downgrade) si hay traducción a HTTP/1.1.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hace peligroso al cache poisoning?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un solo input malicioso, una vez cacheado, se sirve a todos los usuarios que piden esa URL.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HTTP request smuggling: &lt;https://portswigger.net/web-security/request-smuggling&gt;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Web cache poisoning: &lt;https://portswigger.net/web-security/web-cache-poisoning&gt;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James Kettle, investigaciones de PortSwigger Research.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7230 (HTTP/1.1 message syntax).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