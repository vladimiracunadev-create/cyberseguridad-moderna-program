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161 — Red Team vs pentest: filosofía y objetivos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distingue realmente a un ejercicio de Red Team de un pentest tradicional: no es "hacking más avanzado", sino un cambio de filosofía. El alumno aprenderá a encuadrar una operación adversarial en torno a objetivos de negocio, a definir Rules of Engagement (RoE) sólidas y a articular por qué emular a un adversario mejora la defensa mucho más que un listado de vulnerabilidades.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Contrastar pentest, Red Team y vulnerability assessment según objetivo, alcance y métrica de éxito.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los objetivos de una operación (flags/crown jewels) y sus RoE mínimas.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concepto de "assumed breach" y cuándo conviene sobre un ataque desde 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al Red Team dentro del modelo de madurez defensiva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los criterios de detección/respuesta que el ejercicio pretende evaluar.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Pentest vs Red Team vs 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Objetivos ("crown jewels")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Rules of Engagement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Assumed breach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Threat-informed vs opportunistic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Trusted agent y white cell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de éxito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Team: emulación de un adversario con objetivos concretos, priorizando sigilo y evaluación de la capacidad de detección y respuesta. Característica clave: mide a la defensa, no solo al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Penetration test: evaluación técnica orientada a encontrar y demostrar el mayor número de vulnerabilidades explotables en un alcance. Característica: cobertura amplia, ruido aceptable.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 of Engagement (RoE): documento que fija qué, cómo, cuándo y dónde se puede atacar, contactos de emergencia y límites. Característica: es el contrato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Assumed breach: se parte de un punto de apoyo ya concedido (una workstation, un usuario) para centrarse en post-explotación. Característica: optimiza el tiempo hacia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Crown jewels / flags: los activos o acciones que definen el éxito (ej. leer la base de datos de RRHH). Característica: convierten "hackear" en un objetivo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White cell / trusted agent: personas informadas que supervisan el ejercicio y pueden pausarlo. Característica: red de seguridad del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de planificación; el "tooling" es documental.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RoE y de plan de operación (puedes basarte en las de redteam.guide).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cuaderno de operación (Obsidian, un repo Git privado o incluso Markdown) para registrar decisiones y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catálogo de MITRE ATT&amp;CK para más adelante mapear las técnicas al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diagrama de la organización objetivo ficticia (usaremos "ACME Corp" como caso de estudio de laboratorio).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esta clase es conceptual, el laboratorio es un taller de planificación de un ejercicio para "ACME Corp":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 de negocio. Escribe una frase única: "Demostrar si un atacante externo puede acceder a la base de datos de nómina en 3 semanas sin ser detectado."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a flags técnicas. Deriva metas verificables: (a) acceso a un endpoint de finanzas, (b) credenciales de un DBA, (c) lectura de una tabla marcada como señuelo.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punto de partida. Decide entre external (desde internet) o assumed breach (workstation ya comprometida) y justifica la elección según lo que la organización quiere evaluar.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RoE mínimas. Ventana horaria, sistemas fuera de alcance (producción crítica, dispositivos médicos), técnicas prohibidas (DoS, ransomware real), y contactos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señales de detección esperadas. Lista qué eventos debería generar cada fase y quién en el Blue Team debería verlos.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las métricas. Tiempo-a-detección (TTD), tiempo-a-respuesta (TTR), y porcentaje de técnicas detectadas.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una tabla las 5 diferencias más importantes entre pentest y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objetivo de negocio y tres flags técnicas derivadas para una empresa de e-commerce.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8 cláusulas que consideres imprescindibles en unas RoE y justifica dos de ellas.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cuándo un assumed breach es mejor que un ataque desde cero,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métricas (TTD/TTR/cobertura) con valores objetivo razonables.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la "deconfliction" y describe un procedimiento para evitar un incidente real innecesario.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una página ("Operation Charter") para ACME Corp que contenga: objetivo de negocio, 3 flags, tipo de inicio, 6 RoE, un plan de deconfliction y 3 métricas de éxito.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cualquier persona ajena podría leerlo y saber qué está autorizado, qué se persigue y cómo se medirá el éxito, sin ambigüedad.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cliente esperaba "todas las vulnerabilidades" — Se vendió Red Team pero se necesitaba un pentest; alinea expectativas antes de firmar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dispara alarmas y cunde el pánico — Falta deconfliction; establece un canal y un código con la white cell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ejercicio se sale de alcance — RoE vagas; especifica sistemas, técnicas y ventanas con precisión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forma de decir si "salió bien" — Objetivos no verificables; define flags concretas y medibles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toca producción crítica — Falta lista de exclusiones; marca sistemas prohibidos explícitamente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Red Team siempre es "mejor" que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 una organización aún no parchea lo básico, un pentest da más valor. El Red Team evalúa detección/respuesta; solo tiene sentido cuando ya existe una capacidad defensiva que medir.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"purple team" en este contexto?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Red y Blue colaboran en tiempo real para mejorar detecciones. Lo veremos en la Clase 178; aquí basta saber que es el destino natural del valor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assumed breach no "hace trampa"?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reconoce que el phishing eventualmente funciona y enfoca el presupuesto en lo que de verdad se quiere evaluar (¿detectamos y respondemos una vez dentro?).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Vest, J. &amp; Tubberville, J. Red Team Development and Operations. &lt;https://redteam.guide/&gt;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Red Team measures of effectiveness. &lt;https://attack.mitre.org/resources/&gt;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Technical Guide to Information Security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CREST — Red Team Guide. &lt;https://www.crest-approved.org/&gt;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