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176 — OPSEC ofensiva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Interiorizar la seguridad operacional (OPSEC) del operador: el conjunto de hábitos y decisiones que evitan que la operación sea detectada, atribuida o quemada. El alumno aprenderá a razonar sobre la telemetría que genera cada acción, a elegir la técnica menos ruidosa que cumpla el objetivo y a llevar un registro operativo disciplinado.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OPSEC en el contexto de una operación ofensiva.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"footprint" de telemetría de una acción antes de ejecutarla.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entre alternativas por su relación sigilo/impacto.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disciplina de infraestructura y logging del operador.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Reaccionar ante señales de que la operación fue detectada.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Concepto de OPSEC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Telemetría por 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Sleep/jitter y beaconing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Elección de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Higiene de infraestructura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Logging del operador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y reacción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OPSEC: proceso de proteger la operación evitando indicadores detectables o atribuibles. Característica: preventiva, se piensa antes de actuar.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Footprint / huella: telemetría que una acción genera (procesos, red, logs). Característica: se estima por adelantado.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Beaconing: patrón periódico de check-in del C2. Característica: detectable si no hay jitter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Atribución: capacidad del defensor de vincular la actividad a un origen. Característica: buena OPSEC la dificulta.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Deconfliction: distinguir la actividad del ejercicio de un incidente real. Característica: requiere logging preciso del operador.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Burned (quemado): cuando una técnica/infra es detectada e inutilizada. Característica: obliga a rotar y adaptarse.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cuaderno de operación (repo/Obsidian) para registrar cada acción con hora, host, comando y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infraestructura C2 con redirectores y perfiles (Clases 164–165).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Conocimiento de la telemetría defensiva (Sysmon, ETW, EDR) para anticiparla.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matriz de "acción → telemetría → alternativa" como ayuda de decisión.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matriz OPSEC. Para 6 acciones (dump de LSASS, DCSync, escaneo, Kerberoasting, lateral por SMB, ejecución de PowerShell), anota la telemetría esperada y una alternativa más sigilosa.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tu C2. Revisa el sleep/jitter de tu implante y ajústalo para romper el beaconing; justifica el nuevo valor.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Higiene de infraestructura. Verifica que team server, redirectores y dominios están separados por función y sin datos que te atribuyan.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una acción ruidosa. Ejecuta en el lab un dump de LSASS con Sysmon activo y observa el evento generado (EID 10); luego plantea cómo reducir esa huella.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disciplinado. Documenta cada paso anterior en el cuaderno con timestamp, host y hash del artefacto, listo para deconfliction.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reacción. Escribe qué harías si detectas que el Blue Team te descubrió (rotar infra, bajar el ritmo, cambiar de canal).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Revisión. Contrasta tu matriz con lo observado en Sysmon y ajusta las alternativas.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OPSEC con tus palabras y da un ejemplo de mala OPSEC.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una matriz "acción → telemetría → alternativa" con 8 filas.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jitter dificulta la detección de beaconing.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infraestructura que minimice la atribución.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formato de una entrada de cuaderno de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plan de 5 pasos para cuando te "queman".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matriz OPSEC de al menos 8 acciones ofensivas con su telemetría y alternativa más sigilosa, respaldada por al menos una observación real en Sysmon de tu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fila tiene acción, telemetría concreta (evento/fuente de datos) y una alternativa justificada; al menos una fila se apoya en un evento que capturaste tú mismo en el laboratorio.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Detectado por beaconing regular — Jitter=0; añade variación al check-in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Blue Team te atribuye rápido — Infraestructura reutilizada/identificable; sepárala e higienízala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puedes hacer deconfliction — Sin cuaderno; registra cada acción con timestamp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Acción innecesariamente ruidosa — No evaluaste alternativas; usa la matriz antes de actuar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Persistes tras ser quemado — No rotaste; ten un plan de reacción listo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¿OPSEC significa no ser detectado nunca?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Significa controlar cuándo y cómo generas telemetría, para no quemar la operación antes de tiempo y poder medir la detección de forma útil.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técnica más sigilosa es siempre la mejor?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la mejor es la menos ruidosa que cumple el objetivo. Sigilo extremo que no logra la meta no sirve.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documentar tanto si busco sigilo?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cuaderno es interno y esencial para deconfliction, reproducibilidad y el informe final. Sigilo ante el objetivo, transparencia total ante el cliente.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 &amp; Tubberville — Red Team Development and Operations (OPSEC). &lt;https://redteam.guide/&gt;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Defense Evasion (TA0005). &lt;https://attack.mitre.org/tactics/TA0005/&gt;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 / research sobre OPSEC de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Bryant, T. — Operator Handbook.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