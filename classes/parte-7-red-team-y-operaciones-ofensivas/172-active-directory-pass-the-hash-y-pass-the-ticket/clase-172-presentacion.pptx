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172 — Active Directory: Pass-the-Hash y Pass-the-Ticket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movimiento lateral en Active Directory mediante reutilización de credenciales sin conocer la contraseña en claro: Pass-the-Hash (PtH), Pass-the-Ticket (PtT) y Overpass-the-Hash. El alumno aprenderá a extraer material de autenticación, reutilizarlo para autenticarse en otras máquinas del lab y entender por qué NTLM y Kerberos permiten estos abusos.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NTLM permite Pass-the-Hash.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PtH para autenticarse con un hash NTLM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Pass-the-Ticket con un TGT/TGS robado.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Overpass-the-Hash para obtener un TGT desde un 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las defensas (Credential Guard, LSA protection, tiering).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NTLM y el 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Extracción de credenciales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Pass-the-Hash (T1550.002)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Pass-the-Ticket (T1550.003)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Overpass-the-Hash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Movimiento lateral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NTLM: derivado de la contraseña usado por NTLM. Característica: "es" la credencial en NTLM; no hace falta descifrarlo.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Pass-the-Hash (PtH): autenticarse presentando el hash NTLM. Característica: funciona porque NTLM no exige la contraseña en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Pass-the-Ticket (PtT): inyectar un TGT/TGS robado en la sesión. Característica: reutiliza autenticación Kerberos válida.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Overpass-the-Hash: usar el hash para pedir un TGT (Kerberos) y así moverse. Característica: combina lo mejor de PtH con Kerberos.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LSASS: proceso que guarda credenciales en memoria. Característica: fuente principal de extracción.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Credential Guard: aísla secretos con virtualización. Característica: rompe muchas técnicas de extracción/PtH.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 lab / GOAD con varias máquinas y una cuenta local admin reutilizada (escenario clásico).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Mimikatz / pypykatz para extracción; Impacket (psexec.py, wmiexec.py, secretsdump.py); NetExec (nxc); Rubeus para tickets.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Privilegios de administrador local en la máquina de origen (para leer LSASS).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hashes (con admin local). En la máquina de origen del lab: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secretsdump.py lab.local/adminlocal:pass@10.10.10.20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 pypykatz lsa minidump lsass.dmp sobre un volcado.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Pass-the-Hash con nxc: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nxc smb 10.10.10.30 -u Administrator -H &lt;NTLMHASH&gt; --local-auth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Autentícate sin conocer la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Ejecución remota por PtH: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NTLM permite Pass-the-Hash y Kerberos no directamente.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PtH para acceder a una segunda máquina del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Overpass-the-Hash y confirma el TGT con klist.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Roba e inyecta un TGT para moverte a una tercera máquina.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Credential Guard rompe la extracción de LSASS.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modelo de tiering de Microsoft y cómo limita el movimiento lateral.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Partiendo de admin local en una máquina del lab, muévete lateralmente a otras dos máquinas usando Pass-the-Hash y Pass-the-Ticket (una técnica cada una), sin conocer contraseñas en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obtienes ejecución de comandos en dos máquinas destino distintas, una vía PtH y otra vía PtT, mostrando los comandos empleados y el material (hash/ticket) reutilizado. Todo en tu laboratorio.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PtH rechazado (STATUSLOGONFAILURE) — Hash o usuario incorrecto, o cuenta de dominio (usa --local-auth para local)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puedo leer LSASS — Falta admin local o Credential Guard activo; consíguelo o cambia de técnica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PtT no autentica — Ticket expirado o para otro servicio; verifica caducidad y SPN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Overpass falla — Etype/hash equivocado; usa el hash NTLM correcto con /rc4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Detectado al dumpear — Acceso a LSASS muy vigilado; asume telemetría (Sysmon EID 10)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¿PtH sigue funcionando en Windows moderno?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mientras se use NTLM. Credential Guard, LSA protection y el modelo de tiering lo dificultan, pero muchos entornos siguen siendo vulnerables.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¿Diferencia entre PtH y PtT?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PtH reutiliza el hash NTLM (autenticación NTLM); PtT reutiliza un ticket Kerberos ya emitido. Overpass-the-Hash es el puente: del hash a un TGT.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se defiende una organización?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Credential Guard, deshabilitar NTLM donde se pueda, tiering administrativo, LAPS para contraseñas locales únicas y monitorización de accesos a LSASS.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Hacker Recipes — Pass-the-Hash / Pass-the-Ticket. &lt;https://www.thehacker.recipes/ad/movement/&gt;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Use Alternate Authentication Material (T1550). &lt;https://attack.mitre.org/techniques/T1550/&gt;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Impacket. &lt;https://github.com/fortra/impacket&gt;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Rubeus. &lt;https://github.com/GhostPack/Rubeus&gt;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