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180 — Adversary emulation con Atomic Red Team y Caldera</a:t>
            </a:r>
          </a:p>
          <a:p>
            <a:r>
              <a:rPr sz="1600">
                <a:solidFill>
                  <a:srgbClr val="2E8B57"/>
                </a:solidFill>
              </a:rPr>
              <a:t>parte 7 red team y operaciones ofensivas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la emulación de adversarios con dos herramientas complementarias: Atomic Red Team (tests atómicos por técnica ATT&amp;CK) y MITRE Caldera (framework de emulación autónoma con agentes y planificador). El alumno ejecutará pruebas reproducibles en su lab, medirá la detección y cerrará el círculo entre ofensiva y defensa que abre y cierra esta parte.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tests atómicos de Atomic Red Team mapeados a ATT&amp;CK.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Desplegar Caldera y lanzar una operación con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técnicas en un adversary profile de Caldera.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detección de cada TTP en el SIEM/EDR.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un ciclo repetible de emulación + validación.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Atomic Red 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Invoke-AtomicRedTeam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Caldera: server y agentes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Abilities y adversary profiles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Planners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Validación de detección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Automatización repetible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Team: biblioteca de pruebas pequeñas y aisladas, una por técnica ATT&amp;CK. Característica: reproducibles y fáciles de auditar.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test: comando/acción concreto que ejercita una técnica. Característica: granular, ideal para validar una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Caldera: plataforma de MITRE para emulación autónoma. Característica: agentes + planificador que ejecutan cadenas de TTPs.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Ability: unidad ejecutable en Caldera ligada a una técnica ATT&amp;CK. Característica: componible en perfiles.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Adversary profile: conjunto ordenado de abilities que emula a un actor. Característica: reutilizable y automatizable.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Planner: lógica que decide qué ability ejecutar a continuación. Característica: da autonomía a la operación.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+ Invoke-AtomicRedTeam (módulo PowerShell) en una VM Windows del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Caldera (Python) en un servidor de lab: git clone https://github.com/mitre/caldera --recursive &amp;&amp; pip install -r requirements.txt.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Instrumentación defensiva (Sysmon + SIEM/EDR) de la Clase 178 para validar detecciones.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ATT&amp;CK Navigator para reflejar la cobertura resultante.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Instala Atomic Red Team: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IEX (IWR 'https://raw.githubusercontent.com/redcanaryco/invoke-atomicredteam/master/install-atomicredteam.ps1' -UseBasicParsing)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Install-AtomicRedTeam -getAtomics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 test atómico. Lanza un test de una técnica de esta parte, p. ej. Kerberoasting o T1059.001: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Invoke-AtomicTest T1558.003 -ShowDetails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Invoke-AtomicTest T1558.003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Luego limpia con -Cleanup.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3 tests atómicos de técnicas distintas y limpia tras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cada test, verifica si tu SIEM lo detecta y anótalo.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un agente Caldera y confírmalo en la consola.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adversary profile con 4 abilities encadenadas.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Lanza la operación y documenta la secuencia del planner.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capa de cobertura en Navigator con lo emulado.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campaña de emulación automatizada en tu lab combinando ambas herramientas: al menos 5 tests atómicos y una operación de Caldera con un perfil de 4+ abilities, validando la detección de cada TTP en tu SIEM/EDR.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presentas la salida de los 5 tests atómicos (con su limpieza), la operación de Caldera con su secuencia de abilities, y una capa de Navigator que marca cada técnica emulada como detectada o no, con la regla pendiente para las no detectadas.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Install-AtomicRedTeam falla — ExecutionPolicy o TLS; ajusta la policy en la VM de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test deja residuos — No corriste -Cleanup; usa snapshots y limpia siempre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Caldera no aparece — Egress/firewall bloquea; revisa la URL del server y conectividad del lab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planner no avanza — Faltan facts/requisitos de las abilities; revisa dependencias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 incoherente — SIEM sin la fuente de datos; instrumenta antes de emular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¿Atomic Red Team o Caldera?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Complementarios: Atomic para validar detecciones técnica por técnica; Caldera para emular cadenas de ataque autónomas de un actor. Juntos cubren el espectro.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seguro correr Atomic en cualquier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Ejecuta acciones ofensivas reales; úsalo solo en labs con snapshots y tras leer qué hace cada test. Nunca en producción.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¿Esto reemplaza al Red Team humano?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Automatiza la emulación repetible y la validación de detecciones, pero la creatividad, el OPSEC y la adaptación al entorno siguen siendo humanas.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(Red Canary). &lt;https://github.com/redcanaryco/atomic-red-team&gt; · &lt;https://atomicredteam.io/&gt;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Invoke-AtomicRedTeam. &lt;https://github.com/redcanaryco/invoke-atomicredteam&gt;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Caldera. &lt;https://caldera.mitre.org/&gt; · &lt;https://github.com/mitre/caldera&gt;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ATT&amp;CK. &lt;https://attack.mitre.org/&gt;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