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179 — Reporte y métricas de Red Team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ciclo de una operación con el entregable que le da valor: un informe claro, honesto y accionable, respaldado por métricas defensivas. El alumno aprenderá a estructurar un informe de Red Team, a narrar la ruta de ataque, a mapear cada acción a ATT&amp;CK y a comunicar métricas como tiempo-a-detección y cobertura de forma que la dirección y el SOC actúen.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informe de Red Team (executive + técnico).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Narrar la attack path de forma comprensible y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hallazgos a ATT&amp;CK y a recomendaciones concretas.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métricas de efectividad (TTD, TTR, cobertura, dwell time).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recomendaciones por impacto y esfuerzo.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Audiencias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Resumen ejecutivo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Narrativa de attack path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Evidencias y reproducibilidad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Mapeo 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Métricas (TTD/TTR/cobertura)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Recomendaciones priorizadas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síntesis no técnica del riesgo y el impacto. Característica: sin jerga, orientada a decisiones.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Attack path narrative: relato paso a paso de cómo se llegó al objetivo. Característica: reproducible y con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TTD (Time To Detect): tiempo desde una acción hasta su detección. Característica: mide la visibilidad del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TTR (Time To Respond): tiempo desde la detección hasta la respuesta. Característica: mide la reacción.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Dwell time: tiempo que el atacante permanece sin ser detectado. Característica: métrica clave de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ATT&amp;CK: qué técnicas fueron detectadas. Característica: se visualiza en Navigator y guía la mejora.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cuaderno de operación (Clase 176) con timestamps y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la capa de cobertura del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(executive summary + narrativa + hallazgos + recomendaciones + apéndice técnico).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de detección del ciclo purple (Clase 178) para las métricas.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Reúne el material. Toma el cuaderno de la operación en tu AD lab (foothold → AD → DA) con timestamps y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resumen ejecutivo. Media página: objetivo, si se alcanzó, riesgo de negocio y 3 recomendaciones clave, sin jerga.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narrativa. Cuenta el attack path en orden, cada paso con: acción, evidencia, ID ATT&amp;CK y si fue detectado.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tabla de hallazgos. Cada hallazgo con severidad, impacto, técnica ATT&amp;CK y recomendación priorizada.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métricas. Para cada fase, deriva TTD y TTR a partir de los timestamps del cuaderno y los datos del SOC; estima el dwell time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la capa de cobertura. En Navigator, marca en verde/rojo las técnicas detectadas/no detectadas y expórtala como anexo.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recomendaciones. Ordénalas en una matriz impacto/esfuerzo para que el cliente sepa por dónde empezar.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resumen ejecutivo de media página para una operación ficticia.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narrativa de 3 pasos de un attack path con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tabla de 5 hallazgos con severidad y recomendación.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TTD y TTR de dos fases a partir de timestamps dados.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capa de cobertura ATT&amp;CK del ejercicio.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6 recomendaciones en una matriz impacto/esfuerzo.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informe de Red Team completo de tu ejercicio en el AD lab: resumen ejecutivo, narrativa del attack path con mapeo ATT&amp;CK, tabla de hallazgos, métricas (TTD/TTR/dwell/cobertura) y recomendaciones priorizadas.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permite a un ejecutivo entender el riesgo en la primera página y a un ingeniero reproducir y remediar cada hallazgo desde el detalle técnico; las métricas están respaldadas por timestamps reales del cuaderno y hay una capa de cobertura en Navigator adjunta.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lleno de jerga — La dirección no lo entiende; reescribe en lenguaje de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no reproducibles — Faltan evidencias/pasos; usa el cuaderno con timestamps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métricas — El ejercicio no se puede valorar; calcula TTD/TTR/dwell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Recomendaciones genéricas — No accionables; concreta acción, responsable y prioridad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filtrable — Sensible sin protección; cífralo y controla el acceso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informe de Red Team es como uno de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Comparten estructura, pero el de Red Team enfatiza la narrativa del attack path y las métricas de detección/respuesta, no solo un catálogo de vulnerabilidades.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listar TODO lo que hice?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relevante para reproducir y remediar, sí. El detalle exhaustivo va al apéndice técnico; el cuerpo cuenta la historia y prioriza.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métrica valora más la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dwell time y el TTD/TTR: indican cuánto tiempo estuvo "dentro" el atacante y cómo respondió la organización, que es lo que el Red Team evalúa.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Vest &amp; Tubberville — Red Team Development and Operations (reporting). &lt;https://redteam.guide/&gt;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Navigator. &lt;https://github.com/mitre-attack/attack-navigator&gt;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plantillas de reporting de Red Team.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800-115 — reporting de pruebas de seguridad.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