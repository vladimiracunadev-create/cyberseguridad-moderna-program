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178 — Purple teaming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el conocimiento ofensivo en mejora defensiva mediante el purple teaming: la colaboración estructurada entre Red y Blue para probar, medir y afinar detecciones técnica por técnica. El alumno aprenderá a ejecutar un ciclo purple (planificar TTP → ejecutar → observar → ajustar detección → reejecutar) y a documentar la cobertura resultante en ATT&amp;CK.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red, blue y purple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ciclo purple sobre una técnica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cobertura de detección con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Escribir/afinar una detección basada en la observación de un 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accionables para el SOC.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Red vs Blue vs Purple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purple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Selección de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Instrumentación defensiva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Detection engineering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de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team: colaboración Red+Blue en tiempo real para mejorar detección. Característica: objetivo compartido, no adversarial.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purple: iterar ejecución de un TTP y ajuste de la detección hasta cubrirlo. Característica: iterativo y medible.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 engineering: disciplina de crear y afinar reglas de detección. Característica: nace de observar TTPs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porcentaje de técnicas relevantes que se detectan. Característica: se visualiza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True/false positive: alerta correcta vs falsa. Característica: el ciclo purple busca maximizar TP y reducir FP.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vs prevención: alertar sobre vs bloquear. Característica: el purple team mide ambas.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con instrumentación defensiva: Sysmon (config SwiftOnSecurity), un SIEM (Elastic/Wazuh/Splunk free) y/o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(Clase 180) para ejecutar TTPs atómicos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matriz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técnicas ofensivas de las clases anteriores como insumos a detectar.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instrumentación. Instala Sysmon con una config robusta y envía eventos a tu SIEM; verifica que llegan.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TTP. Toma Kerberoasting (T1558.003) de la Clase 171.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y observa (ronda 1). Lanza el ataque y busca en el SIEM el evento 4769 con etype RC4; comprueba si existe una regla que alerte.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la detección. Escribe/afina una regla que alerte ante múltiples 4769 RC4 en poco tiempo desde un mismo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Reejecuta (ronda 2). Vuelve a lanzar Kerberoasting y confirma que ahora sí dispara la alerta; reduce falsos positivos si aparecen.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cobertura. En Navigator, marca el TTP como "detectado" (verde) y repite el ciclo con 2–3 técnicas más (PtH, DCSync).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Documenta. Registra por técnica: qué se ejecutó, qué se observó, la regla creada y el estado de cobertura.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ciclo purple con un diagrama.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Pass-the-Hash.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detección para DCSync (evento 4662).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capa de cobertura en Navigator con 5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un falso positivo de una de tus reglas y documenta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hallazgo accionable para el SOC a partir de una técnica no detectada.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al menos 3 técnicas de esta parte: demuestra que inicialmente no se detectaban (o se detectaban mal) y que tras afinar reglas quedan cubiertas, reflejándolo en un layer de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para cada técnica presentas la ejecución, la observación en el SIEM, la regla creada/afinada y la reejecución que confirma la detección; el layer de Navigator muestra las 3 técnicas en verde con comentario.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llegan eventos al SIEM — Sysmon/forwarder mal configurado; valida el pipeline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no dispara — Campo/etype equivocado; inspecciona el evento crudo antes de escribir la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Regla demasiado amplia; añade umbrales y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inflada — Marcaste "detectado" sin verificar; exige reejecución que confirme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y Blue no coordinan — Falta agenda del ciclo; define quién ejecuta y quién observa cada TTP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¿Purple team es un equipo o una actividad?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todo una actividad/función: Red y Blue colaborando. Algunas organizaciones tienen un rol dedicado, pero el valor está en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de un Red Team normal?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Red Team clásico prueba la detección sin avisar; el purple team colabora abiertamente para mejorarla técnica por técnica.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Atomic Red Team?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 mucho porque da TTPs atómicos reproducibles (Clase 180), pero puedes ejecutar las técnicas manualmente de las clases anteriores.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Detections &amp; Data Sources. &lt;https://attack.mitre.org/datasources/&gt;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Purple Team methodology / cursos SEC599.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Team. &lt;https://github.com/redcanaryco/atomic-red-team&gt;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config (SwiftOnSecurity). &lt;https://github.com/SwiftOnSecurity/sysmon-config&gt;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