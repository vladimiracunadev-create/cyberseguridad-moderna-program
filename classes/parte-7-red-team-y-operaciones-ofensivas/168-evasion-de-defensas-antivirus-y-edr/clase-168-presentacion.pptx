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168 — Evasión de defensas: antivirus y EDR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funcionan los antivirus y EDR modernos para poder evadirlos de forma comprendida (no por copiar-pegar). El alumno estudiará las técnicas de detección (firmas, heurística, hooks de usermode, ETW, callbacks del kernel) y las contramedidas ofensivas responsables (unhooking, syscalls directas, ejecución en memoria), siempre en su laboratorio y con la mirada puesta en cómo el Blue Team lo detecta.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cómo un EDR obtiene telemetría (hooks usermode, ETW, callbacks del kernel).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detección estática, heurística y comportamental.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técnicas de evasión (unhooking, syscalls indirectas, ejecución en memoria) en un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evasión frente a un EDR real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contramedidas defensivas de cada técnica ofensiva.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Firmas y heurística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Userland hooking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ETW y telemetría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Kernel callbacks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Unhooking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Syscalls directas/indirectas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Ejecución en memoria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por firma: comparación con hashes/patrones conocidos. Característica: rápida pero evadible con cambios mínimos.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heurística/comportamental: analiza acciones (inyección, acceso a LSASS). Característica: más robusta, base de los EDR.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Userland hooking: el EDR reescribe funciones de ntdll.dll para inspeccionarlas. Característica: evadible con unhooking o syscalls.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ETW (Event Tracing for Windows): telemetría del sistema (ej. Microsoft-Windows-Threat-Intelligence). Característica: fuente clave; algunos ataques buscan silenciarla.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Kernel callbacks: notificaciones del kernel (process/thread/image load) que el driver del EDR recibe. Característica: difíciles de evadir desde usermode.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Direct/indirect syscalls: invocar servicios del kernel sin pasar por la ntdll hookeada. Característica: evade hooks usermode pero deja otras señales.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EDR de laboratorio (versión de evaluación o Microsoft Defender for Endpoint en un tenant de prueba) y Sysmon (Parte 8) para telemetría.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Windows internals: entender PE, ntdll y syscalls (repaso Partes 5 y 6).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Proyectos de estudio open source (SysWhispers y referencias de unhooking) para comprender la mecánica.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C2 de las clases anteriores como carga a evadir.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Línea base de detección. Ejecuta un implante C2 sin evasión en la VM con EDR y observa la alerta; anota qué evento la disparó.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los hooks. Con un depurador, inspecciona una función como NtAllocateVirtualMemory en un proceso vigilado y localiza el salto (jmp) que el EDR insertó al inicio.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Unhooking conceptual. Estudia cómo recargar una copia limpia de ntdll.dll desde disco (o KnownDlls) para sobrescribir los hooks en memoria; explica por qué restaura las funciones originales.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Syscalls indirectas. Revisa el patrón de SysWhispers: resolver el número de syscall en runtime y saltar a la instrucción syscall dentro de ntdll para no ser hookeado en usermode.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Ejecución en memoria. Configura tu implante para ejecutarse sin tocar disco (reflective loading) y compara la telemetría frente al binario en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Silenciar ETW (estudio). Comprende el patcheo de EtwEventWrite y por qué reduce visibilidad; observa que el ETW-TI del kernel sigue viendo mucho.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y documenta. Repite la ejecución con cada técnica y anota si el EDR alerta, degradando el ruido paso a paso, y qué fuente de datos aún lo detecta.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detección por firma y comportamental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un EDR instala un hook en ntdll y cómo el unhooking lo revierte.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syscalls directas e indirectas en términos de sigilo.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 ejecución en memoria genera menos telemetría de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es ETW-TI y por qué es más difícil de evadir que ETW clásico.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tres técnicas ofensivas, describe su contramedida defensiva.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Partiendo de un implante que el EDR de tu lab detecta, aplica al menos dos técnicas de evasión y documenta el cambio en la telemetría.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demuestras (con capturas de la consola del EDR/Sysmon) que la línea base generaba una alerta y que tras las técnicas aplicadas cambia el resultado; además, explicas qué fuente de datos aún podría detectarte. Todo en tu laboratorio.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Evasión "mágica" que no entiendes — Copiaste código; estudia el mecanismo antes de usarlo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Sigue detectando pese a syscalls — El EDR usa kernel callbacks/ETW-TI; usermode no basta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unhooking crashea el proceso — Copia de ntdll mal mapeada; respeta secciones/permisos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 por acceso a LSASS — La técnica es comportamental, no de firma; cambia el comportamiento, no el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hoy, falla mañana — El EDR se actualizó; la evasión es una carrera continua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¿Cambiar el hash evade un EDR?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evade firmas estáticas. Los EDR modernos son comportamentales: detectan lo que el proceso hace, no cómo se llama el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¿Las syscalls directas son la solución definitiva?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Evaden hooks usermode, pero el kernel (callbacks, ETW-TI) sigue viendo la actividad. Además, un proceso que llama syscalls "raras" es en sí sospechoso.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¿Esto no es enseñar a hacer malware?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Enseñamos el mecanismo para defender: sin entender la evasión no se puede escribir una detección robusta. Todo se practica en laboratorio propio.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Defense Evasion (TA0005). &lt;https://attack.mitre.org/tactics/TA0005/&gt;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 Security Labs / research sobre EDR internals y hooking.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SysWhispers (estudio de syscalls). &lt;https://github.com/klezVirus/SysWhispers3&gt;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Clark, B. — RTFM: Red Team Field Manual v2.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