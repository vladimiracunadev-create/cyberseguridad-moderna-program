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175 — Persistencia en Active Directory</a:t>
            </a:r>
          </a:p>
          <a:p>
            <a:r>
              <a:rPr sz="1600">
                <a:solidFill>
                  <a:srgbClr val="2E8B57"/>
                </a:solidFill>
              </a:rPr>
              <a:t>parte 7 red team y operaciones ofensivas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Estudiar las técnicas para mantener el acceso a un dominio comprometido a lo largo del tiempo, sobreviviendo a reinicios y remediaciones parciales: DCShadow, AdminSDHolder, delegación abusiva, ACLs persistentes, Golden/Diamond Ticket y cuentas ocultas. El alumno aprenderá a instalar y, sobre todo, a detectar y erradicar persistencia en su AD lab.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Instalar persistencia basada en ACLs (AdminSDHolder, DCSync rights) en el lab.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DCShadow y por qué es difícil de detectar.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Abusar de delegación (constrained/unconstrained) como persistencia.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Comparar técnicas por sigilo y durabilidad.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un plan de erradicación tras un compromiso.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AdminSDHolder / SDProp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ACLs persistentes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DCShadow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Delegación abusiva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Diamond/Golden Ticket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Cuentas y credenciales ocultas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Erradicación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AdminSDHolder: objeto cuya ACL se propaga a cuentas protegidas cada ~60 min (SDProp). Característica: modificarla reinyecta permisos aunque los borren.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DCShadow: registrar temporalmente un DC ilegítimo para inyectar cambios replicados. Característica: evita muchos logs de modificación.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RBCD (Resource-Based Constrained Delegation): delegación configurable por el objeto destino. Característica: abusable como puerta trasera de acceso.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DSRM: cuenta de recuperación local del DC. Característica: su uso como logon de red es una persistencia sigilosa.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Diamond Ticket: TGT modificado (no forjado desde cero) para parecer legítimo. Característica: más difícil de detectar que el Golden.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Shadow admin: cuenta sin membresía obvia pero con permisos equivalentes vía ACLs. Característica: invisible a auditorías superficiales.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 lab / GOAD con acceso previo de alto privilegio (de la Clase 174).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Mimikatz (DCShadow, DSRM), PowerView/Set-DomainObjectOwner, Impacket, Rubeus para tickets.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Sysmon + auditoría de cambios en AD (Parte 8) para la fase de detección.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ACL DCSync persistente. Concede a un usuario de bajo privilegio los derechos de replicación: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Add-DomainObjectAcl -TargetIdentity 'DC=lab,DC=local' -PrincipalIdentity lowuser -Rights DCSync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 que ahora puede hacer DCSync.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AdminSDHolder. Añade una ACE a CN=AdminSDHolder,CN=System,... para tu usuario y espera al ciclo SDProp; comprueba que recupera permisos sobre cuentas protegidas.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DCShadow (estudio). Con Mimikatz, comprende cómo lsadump::dcshadow registra un DC falso para escribir un atributo (ej. SID History) evitando logs habituales.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RBCD como backdoor. Configura delegación basada en recursos sobre una máquina para poder impersonar administradores hacia ella.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DSRM. Estudia cómo habilitar el logon de red con la cuenta DSRM del DC y por qué es persistencia sigilosa.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Instala persistencia por ACL DCSync y demuéstrala.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AdminSDHolder es tan resistente a la limpieza.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Describe el flujo de DCShadow y qué lo hace sigiloso.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RBCD y úsalo para impersonar a un admin en el lab.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Golden vs Diamond Ticket en detectabilidad.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 checklist de erradicación de persistencia en AD.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Instala dos técnicas de persistencia distintas en tu AD lab, luego cambia de rol y detéctalas y erradícalas documentando cómo lo harías como Blue Team.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demuestras que ambas persistencias otorgan acceso tras un "reinicio" o cambio de contraseña de la cuenta original, y luego presentas los eventos/consultas que las detectan y el procedimiento que las elimina por completo. Todo en tu laboratorio.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persistencia por ACL se borra — No usaste AdminSDHolder; SDProp la reinyecta si la pones ahí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DCShadow falla — Requiere privilegios altos y condiciones específicas; revisa requisitos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RBCD no impersona — msDS-AllowedToActOnBehalfOfOtherIdentity mal configurado; corrige el descriptor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Erradicación incompleta — Olvidaste resetear krbtgt (x2) o revisar delegaciones; usa el checklist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Persistencia detectada al instante — Cambios de ACL auditados (5136); es telemetría esperable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basta un reset simple de contraseñas para NO limpiar el dominio?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la persistencia moderna vive en ACLs, delegaciones y krbtgt, no en contraseñas de usuario. La erradicación exige revisar el directorio, no solo credenciales.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¿DCShadow deja rastro?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Menos que una modificación normal, pero el registro efímero del DC falso y ciertos eventos de replicación pueden delatarlo con la auditoría adecuada.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¿Cuándo se retira la persistencia en un engagement real?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Siempre al cierre, con inventario completo de lo instalado. Dejar persistencia es una falta grave: se documenta y se elimina.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The Hacker Recipes — AD persistence. &lt;https://www.thehacker.recipes/ad/persistence/&gt;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Persistence (TA0003). &lt;https://attack.mitre.org/tactics/TA0003/&gt;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Microsoft — AdminSDHolder / SDProp. &lt;https://learn.microsoft.com/&gt;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SpecterOps — research sobre RBCD y delegación.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