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177 — Red teaming físico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dimensión física del Red Team: cómo un atacante entra a un edificio, elude controles de acceso, clona credenciales, coloca dispositivos y usa ingeniería social presencial para lograr un foothold. El alumno aprenderá el proceso, las herramientas y —de forma central— el marco legal y ético estricto que hace posible este trabajo.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Planificar un ejercicio físico con reconocimiento y pretexto.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técnicas de bypass de accesos (tailgating, clonado RFID, LPE física).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dispositivos de implante (dropbox, keyloggers, HID injection).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"get-out-of-jail-free letter" y las RoE físicas.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el acceso físico con la operación de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Reconocimiento físico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Pretexto presencial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Bypass de accesos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Clonado de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Dispositivos de implante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Puente físico→red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Tailgating / piggybacking: entrar detrás de un empleado autorizado. Característica: explota la cortesía humana, no un fallo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Clonado RFID: copiar una tarjeta de acceso (125 kHz / 13.56 MHz). Característica: posible con lectores portátiles a corta distancia.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Dropbox: dispositivo (ej. una mini-PC) dejado en la red interna con conectividad C2. Característica: convierte el acceso físico en foothold remoto.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HID injection: dispositivo que se hace pasar por teclado (Rubber Ducky) para ejecutar comandos. Característica: rápido y difícil de bloquear por USB storage policies.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Get-out-of-jail letter: carta firmada que autoriza al operador y evita consecuencias legales si es descubierto. Característica: imprescindible; se lleva siempre encima.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RoE físicas: reglas de qué edificios, horarios y métodos están permitidos. Característica: delimitan el ejercicio físico.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estudio: Proxmark3/Flipper Zero (RFID), Rubber Ducky/O.MG cable (HID), lockpicks (donde sea legal), una mini-PC como dropbox.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Cámara y libreta para el reconocimiento; ropa/props para el pretexto.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carta de autorización firmada y las RoE físicas del engagement.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Conectividad C2 preparada para el dropbox (Clases 164–165).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(entorno propio)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simulado. Sobre un edificio ficticio, documenta accesos, horarios, tipos de badge y puntos ciegos que observarías (ejercicio en papel/mapa).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pretexto. Elige uno (técnico de mantenimiento, repartidor) y prepara props y una historia coherente.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Clonado RFID (tu propia tarjeta). Con un lector, lee y clona una tarjeta que te pertenezca para entender el proceso; nunca la de un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HID injection (tu equipo). Programa un Rubber Ducky para abrir una shell C2 en tu máquina de laboratorio y mide cuánto tarda.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un dropbox. Configura una mini-PC/VM que, al conectarse a la red del lab, establezca C2 saliente por el redirector.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carta de autorización. Redacta una plantilla de get-out-of-jail letter con los campos esenciales.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Puente a la red. Explica cómo el dropbox o el HID te dan el foothold que continuaría en las técnicas de AD ya vistas.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plan de reconocimiento físico para un edificio ficticio.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dos pretextos presenciales y evalúa sus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clonado RFID y sus límites según la frecuencia.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 un payload HID que lance una shell en tu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dropbox que llame a casa por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plantilla de carta de autorización con 8 campos.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un kit de operación física (teórico + práctico en tu entorno): plan de recon, pretexto, un HID que lanza C2 en tu equipo, un dropbox que establece C2 en tu lab y una carta de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el HID abriendo una sesión C2 en tu propia máquina y el dropbox estableciendo C2 en tu lab; entregas el plan de recon, el pretexto y la carta de autorización completa. Nada se prueba fuera de tu propiedad.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carta de autorización — Riesgo legal enorme; nunca operes sin ella firmada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clonado RFID no lee — Frecuencia equivocada (125 kHz vs 13.56 MHz); identifica el tipo de tarjeta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HID no ejecuta — Layout de teclado distinto; ajusta el mapeo de teclas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Dropbox no llama a casa — Egress filtrado; usa un canal permitido (HTTPS por proxy)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 poco creíble — Falta recon; adapta props y discurso al entorno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red teaming físico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con autorización escrita del propietario y dentro de RoE claras. Sin eso, es allanamiento. La carta de autorización es innegociable.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combinar físico y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atacante real no respeta la frontera: un dropbox o un badge clonado puede saltarse todo el perímetro de red. El ejercicio evalúa esa realidad.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lockpicking?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en cerraduras propias y donde sea legal poseer las herramientas. Varían las leyes por país; infórmate antes.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Bryant, T. — Operator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Hardware Additions (T1200). &lt;https://attack.mitre.org/techniques/T1200/&gt;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TOOOL — The Open Organisation Of Lockpickers (recursos educativos). &lt;https://toool.us/&gt;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de Proxmark3 y Hak5 (Rubber Ducky) como referencia técnica.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