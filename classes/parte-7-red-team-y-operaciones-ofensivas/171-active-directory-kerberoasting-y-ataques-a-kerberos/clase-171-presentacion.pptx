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171 — Active Directory: Kerberoasting y ataques a Kerberos</a:t>
            </a:r>
          </a:p>
          <a:p>
            <a:r>
              <a:rPr sz="1600">
                <a:solidFill>
                  <a:srgbClr val="2E8B57"/>
                </a:solidFill>
              </a:rPr>
              <a:t>parte 7 red team y operaciones ofensivas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el protocolo Kerberos lo suficiente para atacar sus puntos débiles: Kerberoasting (robo y crackeo offline de tickets de servicio), AS-REP Roasting (usuarios sin preautenticación) y las bases de los ataques de tickets. El alumno ejecutará estos ataques en su AD lab y comprenderá por qué funcionan y cómo se detectan.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flujo Kerberos (AS-REQ/REP, TGS-REQ/REP) y dónde falla.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Kerberoasting y crackear el hash offline en el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Realizar AS-REP Roasting contra cuentas sin preautenticación.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Relacionar cada ataque con su ID ATT&amp;CK y su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mitigaciones (contraseñas fuertes de servicio, gMSA, monitoreo).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Flujo Kerberos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TGT vs TGS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Kerberoasting (T1558.003)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AS-REP Roasting (T1558.004)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Tipos de cifrado (RC4 vs AES)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Crackeo offline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Detección y mitigación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TGT (Ticket Granting Ticket): ticket inicial que prueba la identidad. Característica: cifrado con la clave de krbtgt.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TGS (Ticket Granting Service ticket): ticket para un servicio concreto. Característica: parte va cifrada con el hash de la cuenta de servicio → crackeable.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Kerberoasting: pedir TGS de cuentas con SPN y crackear offline su contraseña. Característica: no requiere privilegios, solo una cuenta de dominio.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AS-REP Roasting: para usuarios con "no preauth", el AS-REP contiene material crackeable. Característica: ni siquiera hace falta conocer una contraseña.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Preautenticación: paso que evita ataques al AS-REQ. Característica: deshabilitarla abre AS-REP Roasting.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RC4 (etype 23): cifrado débil aún soportado. Característica: acelera enormemente el crackeo frente a AES.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AD lab / GOAD de la clase anterior, con al menos una cuenta de servicio con SPN y contraseña débil.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Impacket: GetUserSPNs.py, GetNPUsers.py.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Rubeus (desde Windows) como alternativa nativa.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Hashcat con diccionarios (rockyou) para el crackeo offline.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Repaso del flujo. Dibuja AS-REQ → AS-REP (TGT) → TGS-REQ → TGS-REP y marca dónde entra material crackeable.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Kerberoasting con Impacket: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GetUserSPNs.py lab.local/lowuser:Passw0rd -dc-ip 10.10.10.10 -request -outputfile roast.txt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Crackea offline: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hashcat -m 13100 roast.txt /usr/share/wordlists/rockyou.txt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Recupera la contraseña de la cuenta de servicio.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AS-REP Roasting: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el flujo Kerberos y explica por qué el TGS es crackeable.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Kerberoasting y crackea al menos una cuenta del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una cuenta sin preautenticación y haz AS-REP Roasting.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tiempos de crackeo RC4 vs AES para el mismo hash.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gMSA mitiga el Kerberoasting.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la regla de detección basada en el evento 4769 con RC4.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Compromete la contraseña de una cuenta de servicio de tu AD lab mediante Kerberoasting y crackeo offline, y documenta el evento que el DC generó.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obtienes en claro la contraseña de una cuenta con SPN, muestras el comando de solicitud y el de crackeo, e identificas el evento 4769 con etype RC4 correspondiente en el registro del DC.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devuelve hashes — No hay cuentas con SPN o credenciales inválidas; revisa enumeración (Clase 170)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Hashcat no cracker — Contraseña fuerte o modo incorrecto; verifica -m 13100/18200 y el diccionario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AS-REP Roasting vacío — Ninguna cuenta con "no preauth"; configúrala en el lab para practicar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hashes AES — Servicio con AES; el crackeo es más lento, usa mejor diccionario/reglas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Detectado al instante — Muchas solicitudes RC4; el SOC alerta por eventos 4769 anómalos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¿Kerberoasting necesita privilegios?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Cualquier cuenta de dominio puede solicitar TGS de servicios con SPN. Por eso es tan popular: bajo requisito, alto impacto si hay contraseñas débiles.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RC4 y no AES?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RC4 se cracker mucho más rápido. Los atacantes fuerzan RC4 cuando pueden; deshabilitarlo y monitorizar el etype 0x17 es una buena defensa.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se previene?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Contraseñas largas y aleatorias para cuentas de servicio, uso de gMSA/dMSA, deshabilitar RC4 y monitorizar solicitudes de TGS anómalas.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Hacker Recipes — Kerberoasting / AS-REP Roasting. &lt;https://www.thehacker.recipes/ad/movement/kerberos&gt;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Steal or Forge Kerberos Tickets (T1558). &lt;https://attack.mitre.org/techniques/T1558/&gt;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Rubeus. &lt;https://github.com/GhostPack/Rubeus&gt;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Hashcat modes. &lt;https://hashcat.net/wiki/doku.php?id=examplehashes&gt;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