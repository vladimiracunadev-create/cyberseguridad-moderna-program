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170 — Active Directory: enumeración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enumerar un dominio de Active Directory desde una posición de foothold: usuarios, grupos, equipos, políticas, confianzas, SPNs y relaciones. La enumeración es el 80% del trabajo en AD: cuanto mejor entiendas la estructura del dominio, más limpio y dirigido será el ataque. El alumno montará un AD lab (o usará GOAD) y lo mapeará.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Montar un laboratorio de Active Directory (o desplegar GOAD).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usuarios, grupos, equipos y GPOs con herramientas nativas y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SPNs, cuentas privilegiadas y relaciones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LDAP de forma eficiente y sigilosa.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superficie del dominio para planificar el ataque.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de 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LDAP y objetos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usuarios/grupos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SPNs y cuentas de servicio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GPOs y ACLs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Confianzas de dominio/forest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Sigilo en la enumeración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Active Directory: servicio de directorio de Microsoft para gestionar identidades y recursos. Característica: LDAP + Kerberos como columna vertebral.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LDAP: protocolo de consulta del directorio. Característica: permite enumerar casi todo con una cuenta de dominio válida.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SPN (Service Principal Name): identificador de un servicio ligado a una cuenta. Característica: habilita Kerberoasting.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GPO (Group Policy Object): política aplicada a OUs/equipos. Característica: mal configurada, ofrece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ACL / ACE: permisos sobre objetos de AD. Característica: relaciones abusables (GenericAll, WriteDACL).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Trust (confianza): relación entre dominios/forests. Característica: puede permitir saltar de un dominio a otro.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 lab: un DC Windows Server + 1–2 workstations, o desplegar GOAD.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 (PowerShell), NetExec (nxc), ldapsearch, BloodHound collectors (Clase 173).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 (GetADUsers.py, GetUserSPNs.py) desde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cuenta de dominio de bajo privilegio para partir del foothold.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el lab. Levanta GOAD o tu DC + workstations. Verifica resolución DNS al dominio (ej. lab.local).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con nxc: nxc smb 10.10.10.10 -u user -p 'pass' --users --groups para listar usuarios y grupos.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 desde Windows. Importa el módulo y ejecuta Get-DomainUser, Get-DomainGroupMember "Domain Admins", Get-DomainComputer.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SPNs: con Impacket GetUserSPNs.py lab.local/user:pass -dc-ip 10.10.10.10 para localizar cuentas de servicio (insumo de la próxima clase).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LDAP directa: ldapsearch -x -H ldap://10.10.10.10 -D 'user@lab.local' -w pass -b 'DC=lab,DC=local' '(objectClass=user)'.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confianzas: Get-DomainTrust y anota relaciones entre dominios del forest.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Recoge para BloodHound. Ejecuta el collector (SharpHound/bloodhound-python) para el análisis de rutas de la Clase 173, y documenta cuentas privilegiadas y ACLs interesantes.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todos los miembros de "Domain Admins" del lab con dos herramientas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3 cuentas con SPN y explica por qué son interesantes.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por LDAP los usuarios con PASSWDNOTREQD o DONTREQUIREPREAUTH.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GPOs del dominio y a qué OUs aplican.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las confianzas del forest y dibújalas.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ruido (telemetría) de PowerView vs consultas LDAP puntuales.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mapa del dominio de tu AD lab: usuarios privilegiados, cuentas con SPN, GPOs relevantes, confianzas y al menos una relación ACL potencialmente abusable, recogido además con un collector de BloodHound.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un documento/diagrama con esos cinco elementos, cada dato verificable en el lab, y un archivo de recolección listo para importar en BloodHound.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 no responde — DNS mal configurado o credenciales inválidas; verifica dominio y cuenta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PowerView bloqueado por AMSI — Import detectado; aplica lo visto en la Clase 169 en 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aparecen SPNs — No hay cuentas de servicio con SPN registrado; revisa el diseño del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muy ruidosa — Consultas masivas; usa peticiones dirigidas y espaciadas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collector falla — Falta conectividad al DC o permisos; ejecuta con la cuenta correcta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ser admin para enumerar 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Con cualquier cuenta de dominio válida se puede enumerar la mayor parte del directorio: ese es el diseño de AD y la razón de su exposición.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¿PowerView o BloodHound?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Ambos: PowerView para consultas puntuales interactivas; BloodHound para visualizar relaciones y rutas de ataque (Clase 173).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GOAD?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Game of Active Directory: un laboratorio vulnerable y reproducible pensado para practicar ataques a AD de forma legal en tu propia máquina.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The Hacker Recipes — AD enumeration. &lt;https://www.thehacker.recipes/&gt;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GOAD. &lt;https://github.com/Orange-Cyberdefense/GOAD&gt;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PowerSploit/PowerView. &lt;https://github.com/PowerShellMafia/PowerSploit&gt;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Impacket. &lt;https://github.com/fortra/impacket&gt;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