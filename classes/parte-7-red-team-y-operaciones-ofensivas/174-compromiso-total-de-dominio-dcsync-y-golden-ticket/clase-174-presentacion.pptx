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174 — Compromiso total de dominio: DCSync y Golden Ticket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las técnicas que representan el "game over" de un dominio: DCSync (replicar el directorio para robar todos los hashes, incluido el de krbtgt) y Golden Ticket (forjar un TGT válido para cualquier usuario). El alumno comprenderá por qué estas técnicas otorgan control total y persistente, y cómo se detectan pese a su sigilo.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DCSync para extraer el hash de krbtgt y de cualquier cuenta.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Forjar un Golden Ticket y usarlo para acceso arbitrario.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krbtgt es la clave maestra del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Golden Ticket de Silver Ticket.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DCSync y tickets forjados con la telemetría adecuada.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Derechos de replicación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DCSync (T1003.006)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El hash de krbtgt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Golden Ticket (T1558.001)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Silver Ticket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Persistencia y peligro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DCSync: abusar de los derechos de replicación (DS-Replication-Get-Changes) para pedir al DC los hashes. Característica: se ve como replicación legítima entre DCs.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krbtgt: cuenta cuyo hash cifra todos los TGT del dominio. Característica: quien lo tiene, forja identidad de cualquiera.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Golden Ticket: TGT forjado con el hash de krbtgt. Característica: acceso total, válido hasta cambiar krbtgt (dos veces).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Silver Ticket: TGS forjado con el hash de una cuenta de servicio. Característica: acceso a un servicio concreto, más sigiloso.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Derechos de replicación: permisos que normalmente tienen los DCs (y DA). Característica: si un usuario los obtiene, puede DCSync.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KRBTGT reset: cambiar dos veces la contraseña de krbtgt invalida golden tickets. Característica: única remediación real tras el compromiso.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 lab / GOAD con una cuenta que tenga (o a la que hayas concedido, vía una ruta de BloodHound) derechos de replicación.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 secretsdump.py para DCSync; Mimikatz para DCSync y forja de tickets; Rubeus como alternativa.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previo con privilegios altos (DA o equivalente) obtenido en las clases anteriores.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los derechos. Confirma que tu cuenta (o una ruta de BloodHound) tiene DS-Replication-Get-Changes-All.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DCSync con Impacket: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secretsdump.py lab.local/dauser:pass@10.10.10.10 -just-dc-user krbtgt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hash NTLM de krbtgt (y de cuentas objetivo).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el SID del dominio: Get-DomainSID o con lookupsid.py.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 el Golden Ticket (Mimikatz):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kerberos::golden /user:Administrator /domain:lab.local /sid:&lt;DOMAINSID&gt; /krbtgt:&lt;HASH&gt; /ptt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hash de krbtgt permite forjar identidad de cualquier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DCSync y extrae el hash de krbtgt del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 un Golden Ticket y accede al DC.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 un Silver Ticket y compáralo con el Golden en sigilo.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hay que resetear krbtgt dos veces.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lógica de detección basada en el evento 4662.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Logra acceso total al DC de tu AD lab mediante DCSync + Golden Ticket: extrae el hash de krbtgt, forja un TGT de Administrator y úsalo para leer un recurso del DC sin credenciales adicionales.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muestras el hash de krbtgt obtenido por DCSync, el comando de forja del Golden Ticket y una acción con éxito sobre el DC usando ese ticket; además identificas el evento 4662 que delató la replicación. Todo en tu laboratorio.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DCSync access denied — Falta el derecho de replicación; usa una cuenta/ruta que lo tenga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Golden Ticket no funciona — SID o hash de krbtgt incorrectos; verifica ambos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ticket expira raro — Vida por defecto muy larga delata; ajusta tiempos realistas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Silver no accede — Hash o SPN equivocado; usa el hash de la cuenta correcta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Detectado por 4662 — DCSync desde un host no-DC es anómalo; asúmelo como telemetría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DCSync no "toca" el DC como un dump?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usa el protocolo de replicación legítimo (MS-DRSR): pide los datos como lo haría otro DC. Por eso es sigiloso, aunque el evento 4662 lo revela.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¿Cambiar la contraseña de Administrator invalida el Golden Ticket?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Solo resetear krbtgt (dos veces) invalida los golden tickets. Por eso es la peor persistencia posible.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¿Golden o Silver Ticket?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Golden da acceso total pero es más detectable; Silver es acotado a un servicio pero más sigiloso porque no solicita TGS al DC.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Hacker Recipes — DCSync / Kerberos tickets. &lt;https://www.thehacker.recipes/ad/movement/&gt;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DCSync (T1003.006), Golden Ticket (T1558.001).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 secretsdump. &lt;https://github.com/fortra/impacket&gt;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KRBTGT account maintenance. &lt;https://learn.microsoft.com/&gt;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