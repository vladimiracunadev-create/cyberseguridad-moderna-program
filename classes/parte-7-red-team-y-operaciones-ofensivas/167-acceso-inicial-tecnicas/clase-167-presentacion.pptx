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167 — Acceso inicial: técnicas</a:t>
            </a:r>
          </a:p>
          <a:p>
            <a:r>
              <a:rPr sz="1600">
                <a:solidFill>
                  <a:srgbClr val="2E8B57"/>
                </a:solidFill>
              </a:rPr>
              <a:t>parte 7 red team y operaciones ofensivas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Cubrir el abanico de técnicas de acceso inicial más allá del phishing: servicios expuestos, credenciales válidas, abuso de aplicaciones de cara a internet, drive-by y supply chain. El alumno aprenderá a elegir el vector según el objetivo y a establecer el primer punto de apoyo (foothold) de forma sigilosa en su laboratorio.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las técnicas de la táctica Initial Access de ATT&amp;CK.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un servicio expuesto de laboratorio para obtener foothold.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credenciales válidas (password spraying) de forma controlada.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riesgos y sigilo de cada vector de entrada.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Establecer un foothold estable con el C2 previamente montado.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External Remote Services (T1133)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Exploit Public-Facing App (T1190)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Valid Accounts (T1078)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Password spraying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Drive-by y supply chain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Establecer foothold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Sigilo del primer paso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External Remote Services (T1133): acceso vía servicios remotos expuestos (RDP, VPN, Citrix). Característica: no requiere malware, solo credenciales.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Exploit Public-Facing Application (T1190): explotar una vulnerabilidad en un servicio accesible. Característica: entrada directa sin interacción del usuario.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 Accounts (T1078): usar credenciales legítimas obtenidas. Característica: muy sigiloso, "parece" un login normal.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Password spraying: probar 1–2 contraseñas comunes contra muchos usuarios. Característica: evita bloqueos por intentos.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Foothold: primer punto de apoyo controlado en la red objetivo. Característica: base para pivotar y escalar.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Drive-by compromise (T1189): comprometer al usuario al visitar un sitio. Característica: indirecto y oportunista.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Máquinas de laboratorio con servicios expuestos deliberadamente (una web vulnerable, RDP, un VPN de lab).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nmap, ffuf/gobuster para descubrir superficie; herramientas de la Parte 4 (web) y Parte 5 (explotación).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spraying en AD: kerbrute, NetExec (nxc) contra el DC del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C2 de las clases anteriores para convertir el acceso en sesión.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la superficie. nmap -sV -p- 10.10.10.0/24 en tu lab para localizar servicios expuestos (web, RDP, SMB, VPN).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 un servicio público. Toma la web vulnerable del lab y consigue ejecución (reutiliza técnicas de la Parte 4/5); confirma un shell.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usuarios para spraying. Contra el DC de laboratorio: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kerbrute userenum -d lab.local --dc 10.10.10.10 users.txt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Password spraying controlado. Una sola contraseña por ronda para evitar lockout: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nxc smb 10.10.10.10 -u users.txt -p 'Oto2026!' --continue-on-success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 credenciales. Con un par válido, comprueba acceso SMB/WinRM: nxc winrm 10.10.10.20 -u user -p 'Oto2026!'.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Lista 6 técnicas de Initial Access con su ID de ATT&amp;CK.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Valid Accounts es más sigiloso que explotar un servicio.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campaña de password spraying que no bloquee cuentas (calcula el timing según la política de lockout).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el riesgo de detección de T1190 frente a T1078.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Consigue un foothold en el lab por dos vectores distintos y compáralos.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un caso real de acceso inicial por supply chain y resúmelo.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Obtén un foothold con sesión C2 en una máquina de tu laboratorio a través de un vector de Initial Access que no sea phishing, documentando la técnica ATT&amp;CK usada.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existe una sesión C2 activa originada por el vector elegido (servicio expuesto o credenciales válidas), presentas el ID ATT&amp;CK correspondiente y explicas cómo evitaste bloqueos/ruido innecesario.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Cuentas bloqueadas masivamente — Spraying demasiado agresivo; una contraseña por ventana de lockout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exploit no funciona — Versión distinta o WAF; confirma versión y ajusta el payload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Login válido pero sin acceso remoto — El usuario no tiene WinRM/RDP; prueba otro protocolo o usuario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Foothold se pierde al cerrar sesión — Falta persistencia; se añade en post-explotación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Detección inmediata — Vector ruidoso; elige credenciales válidas cuando el sigilo importa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¿Cuál es el vector más común hoy?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Servicios remotos expuestos con credenciales válidas (a menudo filtradas) y explotación de aplicaciones públicas sin parchear compiten con el phishing por el primer puesto.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password spraying es detectable?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genera muchos logins fallidos distribuidos; por eso se hace lento y con pocas contraseñas. Aún así, un SOC atento lo detecta.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preferir credenciales válidas?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un login legítimo genera poca telemetría anómala frente a un exploit ruidoso; es el vector más "limpio" para el foothold.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Initial Access (TA0001). &lt;https://attack.mitre.org/tactics/TA0001/&gt;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NetExec (nxc). &lt;https://github.com/Pennyw0rth/NetExec&gt;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kerbrute. &lt;https://github.com/ropnop/kerbrute&gt;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Clark, B. — RTFM: Red Team Field Manual v2.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