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173 — BloodHound y análisis de rutas de ataque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BloodHound para modelar Active Directory como un grafo y descubrir rutas de ataque hacia el compromiso de dominio que serían invisibles a simple vista. El alumno recolectará datos con SharpHound/bloodhound-python, importará el grafo y usará las consultas para encontrar el camino más corto de un usuario de bajo privilegio a Domain Admin.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Recolectar datos de AD con SharpHound o bloodhound-python.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Importar y navegar el grafo en BloodHound (CE/legacy).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las aristas abusables (GenericAll, WriteDACL, AddMember,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Encontrar el camino más corto a Domain Admins.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rutas por sigilo y facilidad de explotación.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grafo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Collectors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Aristas abusables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Consultas predefinidas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Cypher personalizado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Priorización de rutas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Uso defensivo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BloodHound: herramienta que modela AD como grafo para hallar rutas de ataque. Característica: convierte relaciones complejas en caminos visibles.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SharpHound: collector que extrae objetos y relaciones del dominio. Característica: genera JSON/zip para importar.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Arista abusable: relación de permiso explotable (ej. GenericAll). Característica: define un "salto" en la 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GenericAll / WriteDACL: control total o sobre la ACL de un objeto. Característica: permiten tomar control de cuentas/grupos.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Cypher: lenguaje de consulta de grafos (Neo4j). Característica: permite preguntas personalizadas.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Attack path: secuencia de aristas de un nodo controlado a uno objetivo. Característica: el "mapa" del ataque.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 CE (Docker) o BloodHound legacy + Neo4j.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SharpHound (Windows) o bloodhound-python desde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AD lab / GOAD con datos de las clases anteriores (recolección de la Clase 170).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Credenciales de bajo privilegio como punto de partida del análisis.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BloodHound CE: curl -L https://ghst.ly/getbhce | docker compose -f - up (o el método del repo) y accede a la consola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 con bloodhound-python: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bloodhound-python -u lowuser -p 'Passw0rd' -d lab.local -ns 10.10.10.10 -c 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SharpHound.exe -c All desde una máquina del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Importa los archivos zip/JSON en BloodHound y confirma que aparecen usuarios, equipos y grupos.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Marca tu punto de partida. Señala tu usuario de bajo privilegio como "Owned".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la consulta clave: "Shortest Path to Domain Admins from Owned Principals" y analiza las aristas del camino.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 el lab con dos collectors distintos y compara los resultados.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el camino más corto de tu usuario a Domain Admins.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se abusa de WriteDACL sobre un grupo.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consulta Cypher que liste equipos con Unconstrained Delegation.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dos rutas por sigilo y justifica tu elección.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BloodHound de forma defensiva: identifica una relación peligrosa que recomendarías eliminar.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BloodHound, identifica y documenta una ruta completa desde un usuario de bajo privilegio hasta Domain Admins en tu AD lab, explicando cómo se abusa de cada arista del camino.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presentas el grafo con la ruta resaltada, listas cada arista en orden con la técnica concreta de abuso, y señalas cuál es el "salto" más ruidoso de la cadena.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caminos a DA — Datos incompletos; recolecta con -c All y marca "Owned"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Importación falla — Versión de collector incompatible con BloodHound CE; usa versiones emparejadas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Grafo vacío — Neo4j no conectado o import erróneo; revisa credenciales de Neo4j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SharpHound detectado — Recolección ruidosa; usa métodos más selectivos y espaciados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Aristas sin sentido — Datos viejos; vuelve a recolectar tras cambios en el lab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¿BloodHound explota por mí?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identifica las rutas y explica cómo abusarlas, pero la explotación la ejecutas tú con otras herramientas (PowerView, Impacket, Rubeus).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¿CE o legacy?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 CE es la versión actual y recomendada. La legacy sigue documentada, pero CE trae mejor rendimiento y despliegue con Docker.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¿También sirve para defender?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Los defensores lo usan para encontrar y cortar rutas peligrosas (relaciones ACL excesivas) antes de que un atacante las explote.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SpecterOps — BloodHound CE. &lt;https://bloodhound.specterops.io/&gt; · &lt;https://github.com/SpecterOps/BloodHound&gt;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bloodhound-python. &lt;https://github.com/dirkjanm/BloodHound.py&gt;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Hacker Recipes — DACL abuse. &lt;https://www.thehacker.recipes/ad/movement/dacl/&gt;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SpecterOps — blog sobre attack paths.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