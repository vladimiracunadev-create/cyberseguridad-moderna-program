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158 — Emulación y unpacking automatizado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el análisis con emulación de CPU y automatización del unpacking y la extracción de configuración. El alumno aprenderá a usar frameworks de emulación (Unicorn, Qiling) y de análisis programático (Speakeasy, dumpulator) para desempacar sin depurar a mano, resolver API hashing, ejecutar rutinas de descifrado aisladas y construir extractores de config reutilizables.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cuándo la emulación supera a la depuración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Emular funciones aisladas (descifrado, API hashing) con Unicorn/Qiling.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unpacking y el dump con emuladores o hooks.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extractor de configuración para una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automatización en un pipeline de triaje.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Emulación vs ejecución vs depuración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Unicorn Engine (emulación de CPU)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Qiling (emulación con SO)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Speakeasy / dumpulator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Resolución de API hashing por emulación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Extractores de configuración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Pipelines de triaje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Emulación: ejecutar instrucciones en un motor software, no en la CPU real. Característica clave: control total y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Engine: emulador de CPU multiarquitectura. Característica clave: emula código, no el 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Qiling: framework de emulación con soporte de SO/syscalls. Característica clave: ejecuta binarios enteros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 extractor: script que extrae la configuración de una familia. Característica clave: repetible y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hashing: resolver APIs por hash. Característica clave: resoluble por emulación del algoritmo.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 (+ Capstone/Keystone) y Qiling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Speakeasy (Mandiant) y dumpulator para emulación de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FLOSS/capa para localizar rutinas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en la VM aislada para orquestar.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capa/FLOSS localiza en una muestra la rutina de descifrado de config o de API hashing (dirección de inicio y fin).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solo esa función con Unicorn: mapea memoria, carga los bytes del binario, fija registros/argumentos y ejecuta hasta la dirección final. Lee el buffer de salida (config descifrada).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unicorn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unicorn.x86const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 = Uc(UCARCHX86, UCMODE32)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mu.memmap(0x400000, 0x100000)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mu.memwrite(0x401000, codebytes)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prefieres emular una función en vez de depurar la muestra.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una rutina XOR con Unicorn y recupera su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API hashing precomputando hashes de APIs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Qiling/Speakeasy para capturar las APIs de un unpacker.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extractor de config que devuelva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el extractor en un mini-pipeline de triaje por lotes.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extractor de configuración para una familia que, por emulación, recupere la config (dominios/clave/intervalo) de al menos 3 muestras distintas de esa familia, con salida en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corre sin depuración manual y produce la config correcta para 3+ muestras de la familia, verificable contra el análisis manual de una de ellas.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emulación falla en una API — Falta stub/hook de esa API; impleméntalo o usa Qiling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Registros/pila mal inicializados — Emulas una función sin su contexto; fija args y ESP/RSP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 sale corrupta — Rango de direcciones incorrecto; ajusta inicio/fin y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no coinciden — Algoritmo de hash mal identificado; verifícalo en el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Extractor solo sirve para 1 muestra — Codificaste offsets fijos; parametriza por patrones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¿Emulación reemplaza al desensamblado? No; lo complementa. Primero localizas la rutina con análisis estático y luego la emulas para obtener el resultado sin ejecutar todo el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100% segura la emulación? Más segura que ejecutar, pero frameworks con soporte de SO pueden hacer syscalls reales; mantén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la pena automatizar un extractor? Sí cuando una familia es prevalente: procesar cientos de muestras a mano no escala; un extractor entrega IOCs en segundos.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Engine. &lt;https://www.unicorn-engine.org&gt;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 Framework. &lt;https://qiling.io&gt;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Speakeasy (Mandiant). &lt;https://github.com/mandiant/speakeasy&gt;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dumpulator. &lt;https://github.com/mrexodia/dumpulator&gt;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