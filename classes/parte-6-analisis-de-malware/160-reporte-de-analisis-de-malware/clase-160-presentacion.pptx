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160 — Reporte de análisis de malware</a:t>
            </a:r>
          </a:p>
          <a:p>
            <a:r>
              <a:rPr sz="1600">
                <a:solidFill>
                  <a:srgbClr val="2E8B57"/>
                </a:solidFill>
              </a:rPr>
              <a:t>parte 6 analisis de malware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Cerrar el ciclo: convertir todo el análisis en un informe profesional que distintos públicos puedan usar para decidir y actuar. El alumno aprenderá a estructurar un reporte con resumen ejecutivo, hallazgos técnicos, IOCs, TTPs, evaluación de impacto y recomendaciones, y a entregar los artefactos (YARA, IOCs, config) en formatos consumibles.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Estructurar un informe con secciones para público ejecutivo y técnico.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resumen ejecutivo claro, sin jerga innecesaria.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hallazgos, IOCs y TTPs de forma trazable y reproducible.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impacto, severidad y recomendaciones accionables.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Entregar artefactos consumibles (reglas YARA, IOCs, ATT&amp;CK layer).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Audiencias del informe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Resumen ejecutivo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Hallazgos técnicos trazables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IOCs y TTPs estructurados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Impacto, severidad y prioridad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Recomendaciones accionables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Entregables y formatos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ejecutivo: síntesis para dirección. Característica clave: conclusión y riesgo sin tecnicismos.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 trazable: afirmación respaldada por evidencia reproducible. Característica clave: verificable.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estructurado: indicador con tipo, valor y contexto. Característica clave: listo para ingestión.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Severidad: medida de impacto y urgencia. Característica clave: prioriza la respuesta.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Entregable: artefacto reutilizable (YARA, CSV de IOCs, capa ATT&amp;CK). Característica clave: acción inmediata.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informe (Markdown/Word) y ATT&amp;CK Navigator para la capa.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MISP/STIX o CSV para IOCs; repositorio de reglas YARA.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Capturas de las herramientas usadas (ProcMon, Volatility, Wireshark, Ghidra) como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Guía de estilo: claro, conciso, sin especular más allá de la evidencia.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informe completo de una muestra analizada en la parte: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Portada y metadatos: nombre de la muestra, hashes (SHA-256, imphash), analista, fecha, TLP.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 (½ página): qué es, qué hace, impacto y recomendación principal, en lenguaje llano.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Detalles de la muestra: tipo, familia, tamaño, packing, entorno de análisis (VM aislada).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estático: strings clave, imports/capacidades, entropía, hallazgos del desensamblado.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dinámico: árbol de procesos, persistencia, archivos/registro, mutex.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 y C2: protocolo, dominios/IPs, patrón de beacon, config extraída.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resumen ejecutivo de 8 líneas para dirección no técnica.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3 hallazgos en afirmaciones trazables con su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tabla de IOCs con tipo, valor y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Justifica una severidad (crítica/alta/media) con criterios.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4 recomendaciones accionables priorizadas.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Adjunta una capa de ATT&amp;CK Navigator y una regla YARA.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completo de una muestra con las 11 secciones, IOCs estructurados, capa ATT&amp;CK, regla YARA y resumen ejecutivo, listo para su consumo por un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 lector no técnico entiende el riesgo y la recomendación solo con el resumen ejecutivo, y un analista puede reproducir los hallazgos y desplegar los IOCs y la regla YARA adjuntos sin información adicional.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Resumen ejecutivo lleno de jerga — Reescríbelo para dirección: riesgo y acción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sin evidencia — Añade capturas/comandos que los respalden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IOCs en prosa — Estructúralos en tabla/CSV para ingestión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Recomendaciones vagas — Hazlas específicas, priorizadas y accionables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Incluir el binario en el doc — Nunca; adjunta hashes e IOCs, no la muestra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informe para todos? No. Estructúralo por capas: resumen para dirección, detalle para analistas, entregables para el SOC.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¿Cuánta especulación es aceptable? La justa y marcada como tal. Separa hechos (con evidencia) de hipótesis (con nivel de confianza).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entregables son imprescindibles? IOCs consumibles, TTPs mapeados a ATT&amp;CK y al menos una detección (YARA/regla EDR) reutilizable.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Sikorski &amp; Honig, Practical Malware Analysis.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Malware analysis reporting (posters y whitepapers). &lt;https://www.sans.org&gt;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 Navigator. &lt;https://mitre-attack.github.io/attack-navigator/&gt;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FIRST — TLP. &lt;https://www.first.org/tlp/&gt;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