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155 — Malware en Android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aplicaciones Android maliciosas: entender el formato APK, descompilar el bytecode Dalvik a algo legible, revisar el manifiesto y los permisos, y reconstruir el comportamiento (robo de SMS/credenciales, overlays bancarios, spyware). El alumno aprenderá el flujo estático y dinámico con un emulador aislado.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Descomponer un APK: manifiesto, permisos, DEX, recursos y librerías nativas.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Descompilar el bytecode a Smali/Java para leer la lógica.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permisos peligrosos y componentes exportados abusables.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técnicas: overlays, accesibilidad, intercepción de SMS,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dinámicamente en un emulador aislado con captura de tráfico.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APK y Android Manifest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Permisos y componentes exportados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Bytecode Dalvik y Smali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Descompilación a Java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Abuso de Accessibility y overlays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C2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Análisis dinámico en emulador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APK: paquete ZIP de una app Android. Característica clave: manifiesto + DEX +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AndroidManifest.xml: declara permisos y componentes. Característica clave: mapa de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DEX / Dalvik bytecode: código ejecutable de la app. Característica clave: descompilable a Smali/Java.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Accessibility abuse: uso del servicio de accesibilidad para leer/controlar la UI. Característica clave: control total de la pantalla.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Overlay: ventana falsa sobre una app legítima. Característica clave: robo de credenciales bancarias.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(desempaqueta y decodifica el manifiesto/Smali).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/ jadx-gui (descompila DEX a Java).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 (análisis estático y dinámico automatizado).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Emulator/Genymotion aislado, Frida (instrumentación), mitmproxy (tráfico TLS).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Desempaqueta: apktool d muestra.apk. Revisa AndroidManifest.xml: permisos (READSMS, SYSTEMALERTWINDOW, BINDACCESSIBILITYSERVICE) y componentes exported.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 a Java con jadx-gui muestra.apk. Localiza el Application/servicios y sigue el flujo desde onCreate/receivers de SMS.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strings de C2 (URLs, endpoints), claves de cifrado y llamadas a SmsManager, AccessibilityService, WebView (overlays).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MobSF para un informe automatizado y contrástalo con tu lectura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Dinámico: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APK en el emulador aislado (adb install muestra.apk) con snapshot previo.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permisos peligrosos y el abuso asociado 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troyano bancario usa overlays +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Descompila una app y localiza el receptor de SMS.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el informe de MobSF y prioriza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C2 con mitmproxy y documenta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Frida para revelar una cadena cifrada en runtime.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APK malicioso y entrega un informe con: permisos peligrosos, componentes exportados, técnica principal (overlay/SMS/spyware), C2 e IOCs, respaldado por descompilado y captura de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la capacidad principal con la evidencia del código descompilado y capturas al menos un endpoint C2 en mitmproxy, sin haber usado un dispositivo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en el móvil personal — Riesgo real; usa solo emulador aislado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falla al descompilar — Ofuscación/anti-descompilación; usa Smali de apktool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tráfico TLS legible — Falta el CA del proxy o hay pinning; instala CA y bypass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"normales" pero malicioso — Revisa accesibilidad y APIs, no solo el manifiesto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Multi-DEX incompleto — La app tiene varios DEX; asegúrate de analizarlos todos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el análisis estático? Da mucho (permisos, C2, lógica), pero la ofuscación y la carga dinámica exigen análisis dinámico con emulador y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certificate pinning y cómo lo supero? La app valida el certificado del servidor; para inspeccionar TLS en el lab se hace bypass con Frida en el emulador.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accesibilidad es tan peligrosa? Permite leer y controlar toda la interfaz: capturar credenciales, autorizar acciones y ocultar la actividad al usuario.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Mobile Security Testing Guide. &lt;https://owasp.org/www-project-mobile-app-security/&gt;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jadx. &lt;https://github.com/skylot/jadx&gt;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apktool. &lt;https://apktool.org&gt;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MobSF. &lt;https://github.com/MobSF/Mobile-Security-Framework-MobSF&gt;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Mobile. &lt;https://attack.mitre.org/matrices/mobile/&gt;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