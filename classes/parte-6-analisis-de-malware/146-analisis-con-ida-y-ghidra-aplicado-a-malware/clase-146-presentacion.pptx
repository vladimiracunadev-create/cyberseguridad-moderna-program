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146 — Análisis con IDA y Ghidra aplicado a malware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un desensamblador/decompilador para leer el código del malware y reconstruir su lógica: identificar la función main, seguir el grafo de llamadas, reconocer patrones de APIs, renombrar y anotar, y llegar al decompilado en pseudo-C. Ghidra (gratuito) e IDA son las herramientas centrales del análisis estático avanzado.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Cargar una muestra en Ghidra/IDA y navegar el desensamblado y el decompilado.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Localizar funciones relevantes por strings, imports y referencias cruzadas.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Anotar el análisis: renombrar funciones/variables y aplicar tipos.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patrones de código (bucles de cifrado, resolución dinámica de APIs, C2).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configuración e IOCs directamente del código.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Carga y auto-análisis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Vistas: disasm, decompiler, graph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Xrefs (referencias cruzadas)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Renombrado y comentarios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Reconocimiento de APIs y patrones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Resolución dinámica de APIs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Scripting (Ghidra/IDAPython)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Desensamblado: traducción de bytes a instrucciones ASM. Característica clave: vista exacta de la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Decompilador: reconstruye pseudo-C desde el ASM. Característica clave: lectura rápida, aproximada.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Xref: referencia cruzada a una dirección/símbolo. Característica clave: navegación por 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Resolución dinámica de API: LoadLibrary+GetProcAddress en runtime. Característica clave: oculta capacidades al análisis estático.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API hashing: resolver APIs por hash del nombre. Característica clave: evasión de detección por strings.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(NSA, gratuito) con su decompilador integrado.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IDA Free/Pro con Hex-Rays (si se dispone).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x64dbg para correlacionar estático con dinámico (clase posterior).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Scripts: Ghidra Scripts, IDAPython, y plugins como capa explorer.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proyecto en Ghidra e importa la muestra. Deja que el auto-análisis termine.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 ventana de Symbol Tree/Functions, localiza el entry point y navega hasta la función que parece main.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Abre Defined Strings. Elige un string revelador (URL, mensaje, clave de registro) y usa xref para saltar a la función que lo 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Estudia esa función en el decompilador. Renómbrala (p. ej. contactc2) y comenta el propósito de sus variables.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imports sospechosos (InternetConnect, CryptEncrypt, CreateRemoteThread) y desde ellos sigue xrefs a las rutinas que los invocan.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la IAT está casi vacía, localiza el patrón GetProcAddress/API hashing y documenta cómo resuelve funciones.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 posible bucle de descifrado de configuración: reconoce XOR/rotaciones y anota la clave.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lo que ves en disasm y en el decompilador para una misma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xrefs para trazar el camino desde un string C2 hasta su envío por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 y documenta un algoritmo simple de descifrado (XOR de un byte).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Renombra 5 funciones y justifica cada nombre.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Ghidra/IDAPython que liste todas las llamadas a GetProcAddress.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el API hashing dificulta el análisis y cómo lo resolverías.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proyecto de Ghidra anotado de una muestra con al menos 5 funciones renombradas, la rutina de C2 identificada y la configuración/IOCs extraídos del código, más un breve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abrir el proyecto y, siguiendo tus nombres y comentarios, explicar cómo la muestra contacta su C2 sin partir de cero.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Decompilado incoherente — Muestra empaquetada; desempácala antes de desensamblar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aparece main — Runtime del compilador; localiza main desde WinMain/CRT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Faltan nombres de API — API hashing o resolución dinámica; reconstruye la tabla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Xrefs vacíos en un string — El string se construye en runtime; búscalo en el decompilado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Perderse en el grafo — Trabaja desde strings/imports hacia dentro, no al revés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¿Ghidra o IDA? Ambos son excelentes. Ghidra es gratuito y su decompilador es muy bueno; IDA Pro es el estándar comercial. Aprende el flujo, no solo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leer todo el binario? No. El análisis dirigido por objetivos (encontrar C2, cifrado, persistencia) es mucho más eficiente que leer linealmente.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trato el API hashing? Reconoce el algoritmo de hash, precomputa hashes de APIs comunes y mapea; hay scripts públicos que automatizan esto.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Sikorski &amp; Honig, Practical Malware Analysis, cap. 5–7.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Ghidra. &lt;https://ghidra-sre.org&gt;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Hex-Rays IDA. &lt;https://hex-rays.com&gt;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Scripting API. &lt;https://ghidra.re/ghidradocs/api/&gt;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