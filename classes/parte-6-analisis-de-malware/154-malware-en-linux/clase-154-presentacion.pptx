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154 — Malware en Linux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el análisis al ecosistema Linux, cada vez más atacado por su presencia en servidores, IoT y contenedores. El alumno estudiará el formato ELF, las técnicas de persistencia y ocultación en Linux (cron, systemd, LDPRELOAD, rootkits LKM), las familias típicas (botnets IoT, mineros, backdoors) y las herramientas de análisis estático y dinámico en este entorno.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binarios ELF: cabeceras, secciones, símbolos e imports dinámicos.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persistencia en Linux (cron, systemd, rc, perfiles de shell).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ocultación por LDPRELOAD y rootkits de módulo del kernel (LKM).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el comportamiento con strace, ltrace y análisis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Caracterizar familias comunes: botnets IoT, cryptominers, backdoors.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Formato ELF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Enlazado dinámico y LDPRELOAD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Persistencia en 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Rootkits LKM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Familias IoT (Mirai y derivados)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Cryptominers y backdoors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Herramientas: strace/ltrace/Ghidra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ELF: formato de ejecutables/librerías de Linux. Característica clave: secciones y segmentos (headers de programa).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LDPRELOAD: variable para precargar librerías. Característica clave: hooking de funciones libc sin tocar 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LKM rootkit: módulo del kernel malicioso. Característica clave: ocultación a nivel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strace/ltrace: trazan syscalls / llamadas a librería. Característica clave: comportamiento en vivo.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Mirai: botnet IoT por credenciales por defecto. Característica clave: escaneo y fuerza bruta Telnet/SSH.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readelf, objdump, nm, file para ELF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para desensamblado ELF.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strace, ltrace, /proc, tcpdump/Wireshark para dinámico.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Linux aislada (REMnux o Ubuntu mínima) con snapshot.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 estático: file muestra, readelf -h muestra (arquitectura, tipo), readelf -d (dependencias dinámicas) y nm -D (símbolos). ¿Está stripped?, ¿estático o dinámico?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strings y busca rutas de persistencia (/etc/cron., /etc/systemd/system, ~/.bashrc), IPs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en Ghidra la función principal y localiza el bucle de escaneo/beacon si es una botnet.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en la VM aislada, strace -f -e trace=network,process ./muestra para ver conexiones y procesos hijos; ltrace para llamadas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la persistencia creada: nuevas unidades systemd, entradas de cron o modificaciones de perfiles de shell. Documéntalas.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sospechas LDPRELOAD, revisa /etc/ld.so.preload y librerías inyectadas; para LKM, revisa lsmod y módulos ocultos.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el tráfico con tcpdump y extrae IOCs de red; mapea a ATT&amp;CK. Restaura snapshot.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ELF y PE en estructura y herramientas de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LDPRELOAD permite ocultar procesos a 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4 mecanismos de persistencia en Linux con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una traza de strace y describe el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el patrón de escaneo de una botnet tipo Mirai.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cryptominer por su uso de CPU y conexiones a pools.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muestra ELF y entrega un informe con: arquitectura y tipo de binario, persistencia establecida, comportamiento de red (IOCs) y clasificación de familia, respaldado por salidas de readelf, strace y tcpdump.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correctamente el mecanismo de persistencia con evidencia de strace/sistema de archivos y al menos un IOC de red, y clasificas la muestra (botnet/miner/backdoor) con justificación.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stripped sin símbolos — Normal en malware; trabaja por strings y xrefs en Ghidra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 no muestra red — Filtra por trace=network; puede usar syscalls directas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Arquitectura no coincide — ELF de MIPS/ARM (IoT); usa qemu-user para emular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no encontrada — Revisa systemd, cron, rc.local y perfiles, no solo uno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kernel oculto — LKM rootkit; compara lsmod con /proc/modules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malware Linux es menos peligroso? No. Domina en servidores, IoT y cloud; botnets, ransomware Linux y mineros son muy activos.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analizo binarios ARM/MIPS de IoT? Con qemu-user para ejecutarlos en tu host x86 dentro del lab, y Ghidra que soporta esas arquitecturas.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¿strace es suficiente? Es un gran triaje dinámico, pero combínalo con análisis estático; el malware puede detectar el tracing o usar syscalls poco comunes.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D., Practical Binary Analysis (No Starch).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readelf / strace / ltrace. &lt;https://man7.org/linux/man-pages/&gt;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Linux. &lt;https://attack.mitre.org/matrices/enterprise/linux/&gt;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