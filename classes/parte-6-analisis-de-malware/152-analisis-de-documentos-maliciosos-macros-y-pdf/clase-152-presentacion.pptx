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152 — Análisis de documentos maliciosos: macros y PDF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vector de entrega más común en phishing: documentos ofimáticos con macros VBA y PDFs maliciosos. El alumno aprenderá a extraer y desofuscar macros, seguir la cadena de descarga/ejecución, examinar la estructura interna de un PDF y encontrar el JavaScript o los objetos que detonan la infección, todo sin abrir el documento en su aplicación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la estructura OLE/OOXML de documentos Office sin abrirlos.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y desofuscar macros VBA y reconstruir la cadena de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 PDF: objetos, streams, JavaScript y acciones automáticas.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patrones de entrega (LOLBins, PowerShell, mshta).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 (URLs, comandos, payloads) de forma segura.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Formatos OLE vs OOXML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Macros VBA y autoejecución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Desofuscación de VBA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Estructura de PDF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JavaScript y acciones en PDF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Cadena de entrega (LOLBins)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Extracción de IOCs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Macro VBA: código embebido en Office. Característica clave: autoejecución con AutoOpen.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OLE (Compound File): contenedor binario de Office clásico (.doc/.xls). Característica clave: streams internos.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OOXML: formato ZIP+XML moderno (.docx/.xlsm). Característica clave: descomprimible.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/OpenAction: acción que un PDF ejecuta al abrirse. Característica clave: detonación automática.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LOLBin: binario legítimo abusado (mshta, powershell). Característica clave: evasión por confianza.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oletools (olevba, oleid, oledump.py) para Office.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peepdf, pdf-parser.py, pdfid.py (Didier Stevens) para PDF.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 para desofuscar cadenas.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REMnux trae la mayoría preinstaladas.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Office con macros: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tipo: oleid documento.doc. ¿Tiene macros?, ¿VBA?, ¿objetos embebidos?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y analiza la macro: olevba documento.doc. Localiza AutoOpen/DocumentOpen y marca las cadenas ofuscadas.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Desofusca: reconstruye concatenaciones, Chr(), base64 y XOR con CyberChef hasta obtener el comando real (típicamente un powershell -enc ...).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el PowerShell (-EncodedCommand es base64 UTF-16LE) y extrae la URL de descarga y el payload de segunda etapa.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PDF malicioso: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Triaje: pdfid.py doc.pdf para contar /JS, /OpenAction, /Launch, /EmbeddedFile.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de análisis entre .doc (OLE) y .docx/.xlsm (OOXML).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Desofusca una macro que usa Chr() + concatenación.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 powershell -enc y extrae la URL.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la salida de pdfid.py y prioriza qué objeto revisar.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y explica un /OpenAction con /Launch.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5 IOCs a partir de un documento analizado.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documento malicioso (Office o PDF) y entrega la cadena de ejecución reconstruida desde la apertura hasta el payload de segunda etapa, con la macro/JS desofuscado y los IOCs.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el comando final desofuscado (p. ej. el PowerShell decodificado) y al menos una URL/IOC de la segunda etapa, sin haber abierto nunca el documento en su aplicación.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Abrir el doc en Word para "verlo" — Detona la macro; usa solo oletools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olevba sin resultados — Macro en objeto embebido; revisa oledump.py por stream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 ilegible — Está en base64 UTF-16LE; decodifica con CyberChef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PDF "sin JS" pero sospechoso — Revisa /Launch, /EmbeddedFile y URIs, no solo /JS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Perder la segunda etapa — La URL responde en INetSim; captura el payload en el 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abrir el documento? Porque la macro o el exploit se ejecutan al abrir. Las herramientas de línea de comandos extraen el contenido sin detonarlo.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¿Siguen usándose macros? Menos desde que Office bloquea macros de Internet por defecto, pero persisten junto a otros vectores (HTML smuggling, LNK, contenedores).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decodifico un PowerShell ofuscado? Empieza por -EncodedCommand (base64 UTF-16LE) y luego deshaz capas (gzip, replace, format) con CyberChef.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Analysis, cap. sobre documentos.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oletools. &lt;https://github.com/decalage2/oletools&gt;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Didier Stevens — PDF tools. &lt;https://blog.didierstevens.com/programs/pdf-tools/&gt;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 (T1566). &lt;https://attack.mitre.org/techniques/T1566/&gt;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