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151 — Rootkits y bootkits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Estudiar el malware que busca el sigilo máximo: rootkits (usuario y kernel) y bootkits que se cargan antes del sistema operativo. El alumno aprenderá las técnicas de ocultación (hooking, DKOM, filtros), por qué el análisis de memoria es imprescindible para detectarlos, y cómo el arranque seguro y las protecciones modernas cambian el panorama.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rootkits de usuario, de kernel y bootkits por su nivel de privilegio.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técnicas de ocultación: hooking (IAT/inline/SSDT), DKOM y filtros.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procesos, DLLs y conexiones ocultas con forense de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arranque (MBR/UEFI) y cómo un bootkit lo subvierte.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Valorar el papel de Secure Boot, PatchGuard y DSE como defensas.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Anillos de privilegio y superficie 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Rootkits de usuario (API hooking)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Rootkits de kernel (SSDT, DKOM)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Bootkits (MBR/VBR/UEFI)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Forense de memoria para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Defensas: Secure Boot, PatchGuard, DSE, HVCI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Firma de drivers y BYOVD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Rootkit: malware que oculta su presencia al sistema. Característica clave: sigilo estructural.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DKOM (Direct Kernel Object Manipulation): altera estructuras del kernel (p. ej. desenlaza un EPROCESS). Característica clave: oculta procesos sin hooks.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SSDT hooking: intercepta llamadas del sistema. Característica clave: control de syscalls.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Bootkit: infecta MBR/VBR/UEFI para cargarse antes del SO. Característica clave: persistencia pre-SO.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BYOVD (Bring Your Own Vulnerable Driver): cargar un driver firmado vulnerable para entrar al kernel. Característica clave: evade la firma obligatoria.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(malfind, ssdt, driverscan, psxview, netscan).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GMER/RootkitRevealer (conceptual) y comparación cross-view.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PE-bear/Ghidra para drivers .sys.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Referencias de arranque: UEFI spec, documentación de Secure Boot.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base-clean. Captura un volcado de memoria de referencia (limpio) para comparar.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una muestra con capacidad de ocultación (o usa un caso de estudio con memoria provista) y captura RAM.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Volatility, ejecuta windows.psxview: compara las distintas fuentes de procesos; un proceso presente en una lista y ausente en otra sugiere DKOM.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windows.ssdt para entradas que no apunten a ntoskrnl/win32k (posible SSDT hook).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windows.driverscan/modules para hallar drivers no firmados o sospechosos; extrae el .sys y analízalo en Ghidra.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windows.netscan, busca conexiones que las herramientas en vivo no mostraban (ocultación de red).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es un bootkit, examina el MBR/VBR o la partición EFI en busca de modificaciones; documenta el vector de arranque.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práctica entre un hook inline y DKOM.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psxview con discrepancias y concluye qué está oculto.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driver .sys y localiza su rutina de ocultación.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Secure Boot frena los bootkits UEFI.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BYOVD y por qué sigue funcionando pese a la firma obligatoria.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detección de carga de drivers vulnerables conocidos.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rootkit identificando la técnica de ocultación con evidencia de memoria (cross-view/SSDT/driverscan), el artefacto oculto (proceso/conexión/driver) y una recomendación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muestra al menos una discrepancia cross-view o un hook/driver anómalo con la salida de Volatility que lo respalda, y explica por qué el análisis en disco/vivo no bastaba.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en vivo "no ven nada" — El rootkit las engaña; usa forense de memoria offline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se cuelga al cargar el driver — Comportamiento esperado en kernel; trabaja con snapshot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ssdt limpio pero algo se oculta — Puede ser DKOM o hooks inline; combina varias vistas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Driver sospechoso pero firmado — Posible BYOVD; verifica CVE del driver, no solo la firma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hallo el bootkit — Revisa MBR/VBR y partición EFI, no solo el sistema de archivos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memoria y no disco? Porque el rootkit manipula el SO en ejecución; la memoria conserva la evidencia real que las APIs comprometidas ocultan.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¿Siguen siendo relevantes los bootkits? Sí, especialmente UEFI. Secure Boot ayuda, pero han aparecido bootkits que lo evaden con vulnerabilidades del firmware.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entran hoy al kernel? Con frecuencia vía BYOVD: cargan un driver firmado pero vulnerable para obtener ejecución en kernel sin necesitar su propio driver firmado.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 et al., The Art of Memory Forensics.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Yosifovich et al., Windows Internals (arranque y kernel).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3. &lt;https://github.com/volatilityfoundation/volatility3&gt;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Rootkit (T1014). &lt;https://attack.mitre.org/techniques/T1014/&gt;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