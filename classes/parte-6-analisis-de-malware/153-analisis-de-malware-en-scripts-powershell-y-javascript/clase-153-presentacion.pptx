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153 — Análisis de malware en scripts: PowerShell y JavaScript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Desofuscar y entender malware basado en scripts, hoy dominante en las primeras etapas de intrusión: PowerShell, JScript/JavaScript (WSH), HTA y VBScript. El alumno aprenderá a deshacer capas de ofuscación, reconocer patrones de descarga e inyección en memoria, y usar el logging del propio sistema para reconstruir lo que el script hizo.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patrones de ofuscación en PowerShell y JScript.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Desofuscar manual y automáticamente hasta el código legible.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descarga, reflective loading e inyección en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Aprovechar ScriptBlock Logging, AMSI y ETW para 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 y mapear a técnicas de ejecución de ATT&amp;CK.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scripts: LOLBins y evasión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Ofuscación en PowerShell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Reflective loading e inyección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JScript/HTA/VBScript (WSH)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Logging y AMSI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Desofuscación segura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Extracción de IOCs y TTPs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IEX (Invoke-Expression): ejecuta una cadena como código. Característica clave: detonador de payloads ofuscados.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Reflective loading: cargar un ensamblado/PE en memoria sin tocar disco. Característica clave: fileless.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AMSI: interfaz antimalware que inspecciona scripts en runtime. Característica clave: desofusca para el defensor.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ScriptBlock Logging: registro de bloques de PowerShell ejecutados. Característica clave: forense de scripts.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HTA: aplicación HTML ejecutada por mshta. Característica clave: entrega con confianza del 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 y PowerShell ISE/VSCode para desofuscar (sin Invoke).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AMSIScriptContentRetrieval, PSDecode, box-js (JScript), js-beautify.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Logs: Event Viewer (Microsoft-Windows-PowerShell/Operational), Sysmon.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REMnux para las utilidades de JavaScript.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 ofuscado: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las capas: -enc (base64 UTF-16LE), -join, [char],   (backticks), Replace, Format.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el base64 con CyberChef (From Base64 + Decode text UTF-16LE).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el IEX final por Write-Output para revelar la siguiente capa sin ejecutarla. Repite hasta el código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lógica real: Net.WebClient.DownloadString, Reflection.Assembly, shellcode en [Byte[]], VirtualAlloc/CreateThread (inyección).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con ScriptBlock Logging: activa el registro, y en una ejecución controlada previa (o en logs provistos) recupera el bloque desofuscado que Windows ya registró.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JScript/HTA: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 un one-liner de PowerShell con 3 capas y documenta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AMSI y ScriptBlock Logging ayudan al analista.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un patrón de inyección de shellcode en PowerShell.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box-js sobre un JScript y extrae la URL de segunda etapa.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IEX en Write-Output y justifica por qué es más 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detección basada en el Event ID 4104.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 un script malicioso (PowerShell o JScript) hasta su forma legible y entrega la cadena de ejecución con la URL/payload de segunda etapa y los IOCs, sin haberlo ejecutado.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muestras el código final desofuscado y explicas cada capa de ofuscación deshecha, con al menos un IOC (URL/comando) verificado en el lab vía INetSim.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script "para ver" — Detona la infección; desofusca estáticamente o con box-js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Base64 da basura — Es UTF-16LE; ajusta el decode en CyberChef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ScriptBlock logs — No estaba activado; habilítalo por GPO antes de detonar en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box-js no resuelve la URL — Emulación incompleta; combina con lectura manual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Perder capas de ofuscación — Ve capa por capa reemplazando el ejecutor por print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tanto malware en PowerShell? Está firmado y preinstalado (LOLBin), ejecuta en memoria y ofusca fácilmente, reduciendo la detección basada en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¿AMSI lo detiene todo? No; existen técnicas de bypass. Aun así, AMSI y el ScriptBlock Logging entregan al defensor el contenido desofuscado, muy útil para 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confiar en box-js? Es una gran ayuda para JScript, pero emula un subconjunto; complementa siempre con lectura manual del código.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About Script Block Logging. &lt;https://learn.microsoft.com/powershell/module/microsoft.powershell.core/about/aboutloggingwindows&gt;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box-js. &lt;https://github.com/CapacitorSet/box-js&gt;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Command and Scripting Interpreter (T1059). &lt;https://attack.mitre.org/techniques/T1059/&gt;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