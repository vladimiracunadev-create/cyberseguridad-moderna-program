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156 — Reglas YARA para detección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análisis en detección escribiendo reglas YARA que identifiquen una familia de malware de forma robusta y con bajos falsos positivos. El alumno aprenderá la sintaxis, a elegir buenas cadenas y condiciones, a usar el módulo PE, y a probar y afinar reglas contra un conjunto de muestras y de goodware.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YARA con secciones meta, strings y condition.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cadenas discriminantes (texto, hex, regex) que generalicen a la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módulo pe (imphash, secciones, imports) para condiciones robustas.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Probar reglas contra muestras y goodware para medir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YARA en triaje, memoria y flujos automatizados.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cadenas: texto, hex, regex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Condiciones y operadores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Módulo pe y otros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Falsos positivos y goodware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por familia vs por muestra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Despliegue (disco, memoria, VT)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YARA: patrón declarativo para clasificar archivos/memoria. Característica clave: strings + condition.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 hex con comodines: patrón de bytes con ??/[n-m]. Característica clave: tolera variación.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 (módulo pe): hash de imports. Característica clave: agrupa familia de forma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regla que marca software legítimo. Característica clave: a minimizar con goodware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Condición: expresión lógica que decide el match. Característica clave: combina evidencias.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 CLI y yara-python.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yarGen (genera reglas candidatas), YARA-CI, capa (para inspirar condiciones).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muestras de una familia + un corpus de goodware (binarios de sistema) para pruebas.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con resaltado YARA.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3–5 muestras de una familia (previamente analizadas) y extrae strings/estructuras comunes con floss, strings y PEStudio.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"pe"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 FamiliaEjemplo {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 = "analista"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description = "Detecta la familia X"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con cadenas de texto, hex y 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firma frágil (una sola string) en una robusta (varias evidencias).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pe.imphash() para agrupar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 falso positivo a propósito y luego corrígelo.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usar all of them vs N of ($s).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meta mínimo recomendable de una regla.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regla YARA para una familia que detecte todas tus muestras objetivo y ninguna del corpus de goodware, con meta completo y al menos una condición estructural (pe/imphash).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yara -r marca el 100% de las muestras de la familia y 0 archivos del corpus de goodware de prueba, y la regla incluye una condición del módulo 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Cadenas genéricas; usa strings únicos y N of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 variantes — Regla atada a una muestra; generaliza con hex+comodines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no compila — Sintaxis de condition/strings; revisa comillas y llaves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imphash no coincide — El packer cambia imports; usa imphash del binario desempacado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Lenta en grandes corpus — Evita regex costosos; ancla con uint16(0)==0x5A4D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¿Firmar por familia o por muestra? Por familia. Una regla atada a una muestra caduca con la próxima variante; busca patrones estructurales y de código compartidos.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¿YARA sirve en memoria? Sí. Es muy útil escanear volcados de memoria o procesos vivos, donde el código desempacado revela strings ausentes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publicar mis reglas? Depende. Compartir ayuda a la comunidad, pero exponer detecciones internas puede permitir al atacante evadirlas; evalúa el contexto.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 Documentation. &lt;https://yara.readthedocs.io&gt;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yarGen. &lt;https://github.com/Neo23x0/yarGen&gt;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Florian Roth — Reglas YARA de calidad. &lt;https://github.com/Neo23x0/signature-base&gt;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