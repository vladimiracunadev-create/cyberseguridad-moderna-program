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295 — OWASP Top 10 para aplicaciones con LLM</a:t>
            </a:r>
          </a:p>
          <a:p>
            <a:r>
              <a:rPr sz="1600">
                <a:solidFill>
                  <a:srgbClr val="2E8B57"/>
                </a:solidFill>
              </a:rPr>
              <a:t>parte 15 seguridad de ia y machine learning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Dominar la taxonomía OWASP Top 10 para aplicaciones con LLM como marco de referencia para auditar y asegurar sistemas basados en modelos de lenguaje. El alumno aprenderá a identificar cada riesgo en una arquitectura real, mapearlo a controles y construir una checklist de auditoría reutilizable.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Enumerar y explicar los 10 riesgos del OWASP Top 10 para LLM.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Identificar cada riesgo en un diagrama de arquitectura de una app con LLM.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Asociar cada riesgo con controles de mitigación concretos.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Priorizar riesgos según el contexto (chatbot, RAG, agente con herramientas).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Construir una checklist de auditoría OWASP-LLM aplicable a un proyecto.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LLM01 Prompt Injection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LLM02 Insecure Output Handling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LLM03/04 Poisoning y DoS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LLM05 Supply Chain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LLM06 Sensitive Info Disclosure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LLM07/08 Plugins y Excessive Agency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LLM09/10 Overreliance y Model Theft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LLM01 – Prompt Injection: entradas (directas o indirectas, vía documentos) que reprograman el comportamiento del modelo. Característica: la causa raíz es que datos e instrucciones comparten el mismo canal.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LLM02 – Insecure Output Handling: confiar en la salida del LLM sin validarla antes de renderizarla o ejecutarla. Característica: deriva en XSS, SSRF, path traversal o RCE aguas abajo.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LLM04 – Model Denial of Service: entradas que fuerzan consumo excesivo (contextos enormes, bucles). Característica: impacta coste y disponibilidad.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LLM06 – Sensitive Information Disclosure: el modelo revela secretos del prompt del sistema, datos de otros usuarios o del entrenamiento. Característica: agravado por memorización.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LLM08 – Excessive Agency: el sistema concede al LLM demasiada capacidad de acción (permisos, herramientas, autonomía). Característica: un prompt malicioso se convierte en acciones reales.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LLM09 – Overreliance: usuarios o sistemas confían en salidas sin verificar (alucinaciones). Característica: riesgo operacional y legal.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LLM10 – Model Theft: exfiltración del modelo propietario (ver clase 294).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Documento oficial OWASP Top 10 for LLM Applications (última versión) y sus fichas por riesgo.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Una app con LLM de ejemplo para auditar (chatbot de soporte con RAG, o un agente con herramientas).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garak y PyRIT (clases 296–297) para pruebas prácticas de algunos riesgos.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Plantilla de checklist en hoja de cálculo o Markdown.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 (auditoría aplicada)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Ejercicio de análisis de arquitectura, no de explotación.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Elige una app real de referencia. Ejemplo: "asistente de soporte que consulta una base de conocimiento (RAG) y puede crear tickets vía API".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Dibuja el flujo de datos. Usuario → prompt → recuperación de documentos → LLM → salida → acciones (crear ticket). Marca cada frontera de confianza.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Recorre el Top 10 riesgo por riesgo. Para cada uno, responde: ¿aplica a esta app? ¿dónde exactamente? ¿con qué impacto?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Prompt injection (LLM01). Identifica dónde entra texto no confiable (mensaje del usuario y documentos recuperados). Marca ambos como fuentes de injection directa e indirecta.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Output handling (LLM02). ¿La respuesta se renderiza en HTML? ¿Se pasa a otra herramienta? Define validación/escape necesarios.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Excessive Agency (LLM08). Lista las herramientas del agente y sus permisos. Aplica mínimo privilegio: ¿crear ticket necesita aprobación humana?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Para un chatbot público sin herramientas, prioriza los 3 riesgos más relevantes y justifica.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Da un ejemplo concreto de LLM02 que derive en XSS en un frontend.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la diferencia entre prompt injection directa e indirecta con un caso.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un control de mínimo privilegio para un agente con acceso a correo.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Propón dos mitigaciones para LLM06 en una arquitectura multi-tenant.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Mapea tres riesgos del Top 10 a técnicas de MITRE ATLAS.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Entrega una auditoría OWASP-LLM de una aplicación (real o de ejemplo) con un diagrama de arquitectura anotado con fronteras de confianza y una checklist que cubra los 10 riesgos.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cada uno de los 10 riesgos aparece en la checklist con veredicto (aplica/no aplica) justificado, y para cada riesgo aplicable hay al menos un control concreto y una prioridad. Un tercero debe poder usar tu checklist para auditar otra app similar.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"Solo me preocupa el prompt injection" — Reduce la superficie a un riesgo. Recorre los 10; output handling y agency son igual de graves.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Confundir LLM01 y LLM02 — Injection es la entrada; output handling es qué haces con la salida. Son controles distintos.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Ignorar la injection indirecta — Solo se filtra la entrada del usuario, no los documentos RAG. Trata todo contenido recuperado como no confiable.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Dar al agente todos los permisos — Excessive Agency. Aplica mínimo privilegio y human-in-the-loop para acciones sensibles.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Usar una versión desactualizada del Top 10 — Los IDs cambian entre 2023 y 2025. Cita la versión y verifica los códigos.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¿El OWASP Top 10 para LLM reemplaza al Top 10 web clásico?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No. Lo complementa. Una app con LLM sigue siendo una app web con sus riesgos habituales; el Top 10 LLM añade los específicos del modelo.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¿Cuál es el riesgo más frecuente en la práctica?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Prompt injection (LLM01) y mal manejo de salida (LLM02) dominan los hallazgos reales, sobre todo cuando el LLM alimenta otras acciones o se renderiza sin escape.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¿Cómo priorizo si tengo recursos limitados?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 impacto en tu arquitectura: si el LLM ejecuta acciones (agente), prioriza Excessive Agency e injection; si es solo conversacional, output handling y disclosure.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¿Sirve para cumplimiento?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 Top 10 for LLM Applications — &lt;https://genai.owasp.org/llm-top-10/&gt;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 LLM Applications Cybersecurity and Governance Checklist — &lt;https://genai.owasp.org/&gt;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ATLAS — &lt;https://atlas.mitre.org/&gt;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NIST AI 600-1, Generative AI Profile — &lt;https://www.nist.gov/itl/ai-risk-management-framework&gt;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 Foundation — &lt;https://owasp.org/&gt;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