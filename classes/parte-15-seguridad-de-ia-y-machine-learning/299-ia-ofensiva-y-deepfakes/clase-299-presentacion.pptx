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299 — IA ofensiva y deepfakes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los atacantes aprovechan la IA generativa —phishing hiperpersonalizado, deepfakes de voz e imagen, malware asistido, automatización de reconocimiento— y, sobre todo, cómo defenderse: detección de contenido sintético, procedencia (C2PA), verificación fuera de banda y concienciación. El enfoque es defensivo: entender la amenaza para neutralizarla.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Catalogar los usos ofensivos de la IA generativa y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funcionan los deepfakes de voz e imagen a alto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técnicas de detección y de verificación de procedencia (C2PA/marcas de agua).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controles anti-vishing/anti-fraude con verificación fuera de banda.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Formar a usuarios y procesos para resistir ingeniería social potenciada por 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Phishing y BEC potenciados por LLM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Deepfakes de voz (vishing)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Deepfakes de vídeo e imagen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Malware y ofensiva asistida por 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Detección de contenido sintético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Procedencia: C2PA y watermarking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Verificación fuera de banda y procesos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Deepfake: contenido sintético (voz, imagen, vídeo) generado o alterado con IA para parecer real. Característica: la calidad crece más rápido que la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Vishing con clonación de voz: llamada fraudulenta usando una voz clonada de un directivo conocido. Característica: explota confianza y urgencia; deriva en transferencias.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BEC (Business Email Compromise) asistido: correos de fraude redactados por LLM, sin errores idiomáticos y personalizados con OSINT. Característica: elimina las señales clásicas del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C2PA / Content Credentials: estándar de procedencia que firma criptográficamente el origen y las ediciones de un contenido. Característica: verifica autenticidad en lugar de detectar falsedad.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Watermarking de IA: marca imperceptible incrustada en contenido generado para identificarlo. Característica: frágil ante recompresión/edición.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Verificación fuera de banda: confirmar una solicitud sensible por un canal distinto y previamente acordado. Característica: control organizativo robusto contra suplantación.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Estándar C2PA y verificadores de Content Credentials (para inspeccionar procedencia de imágenes propias).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Detectores de contenido sintético como referencia (entendiendo su fiabilidad limitada).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Material propio y consentido para pruebas (tu propia voz/imagen), nunca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procedimiento de laboratorio para simular un intento de fraude (role-play controlado con compañeros que consienten).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(defensivo)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con material propio/consentido y foco en detección y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correo de phishing potenciado por IA. Toma un ejemplo (propio o de un repositorio de concienciación) y lista qué señales clásicas han desaparecido (gramática, genericidad) y qué señales quedan (dominio, urgencia, canal de pago).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procedencia con C2PA. Sobre una imagen con Content Credentials, verifica la firma y el historial de ediciones. Sobre una sin credenciales, discute qué NO puedes afirmar.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un detector de contenido sintético con imágenes/voz propias (generadas con consentimiento o de repositorios de investigación). Mide su fiabilidad: anota falsos positivos y negativos. Concluye que la detección no es garantía.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control anti-vishing. Define un procedimiento: toda solicitud de transferencia o cambio de datos bancarios requiere verificación fuera de banda con un código/canal acordado, sin excepciones por urgencia.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un intento de fraude (role-play consentido). Un compañero interpreta al "CEO" pidiendo una transferencia urgente; el resto aplica el procedimiento. Evalúa dónde falla el proceso, no las personas.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guía de concienciación. Convierte lo aprendido en 5 reglas prácticas para empleados frente a ingeniería social potenciada por 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señales de phishing que la IA generativa ha vuelto obsoletas y 3 que siguen sirviendo.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a alto nivel cómo se clona una voz y por qué basta poco audio.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"detección de deepfakes" vs. "procedencia C2PA" como estrategias y sus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procedimiento fuera de banda para autorizar pagos por encima de un umbral.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la fiabilidad de un detector de imágenes sintéticas con un pequeño conjunto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guion de simulacro de vishing ético y consentido para tu organización.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paquete de defensa anti-suplantación IA: (a) análisis de un caso de BEC/deepfake, (b) un procedimiento documentado de verificación fuera de banda para acciones sensibles, y (c) una guía de concienciación de una página.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procedimiento fuera de banda define umbral, canal alternativo acordado y regla de "sin excepciones por urgencia", y el caso analizado demuestra por qué la detección técnica por sí sola no habría bastado. Nada del entregable usa datos o identidades de terceros sin consentimiento.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solo en detectores de deepfake — Los detectores fallan y envejecen rápido. Prioriza procesos de verificación fuera de banda.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correo es perfecto, será legítimo" — La IA elimina las señales de redacción. Verifica dominio, canal y contexto, no la calidad del 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Autorizar pagos por urgencia — Ingeniería social clásica amplificada. La urgencia nunca anula el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Asumir que C2PA prueba que algo es falso — C2PA prueba procedencia cuando está presente; su ausencia no prueba falsedad.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Hacer pruebas con voces/rostros de terceros — Ilegal y poco ético. Usa solo material propio y consentido.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hace a los atacantes imparables?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Baja la barrera de entrada y escala los ataques, pero las defensas de proceso (verificación fuera de banda, mínimo privilegio, MFA) siguen siendo efectivas porque no dependen de detectar el engaño.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detectar de forma fiable un deepfake?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 forma garantizada. Los detectores tienen falsos positivos y negativos y se degradan frente a nuevos generadores. Úsalos como señal, no como veredicto.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más útil, detección o procedencia?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procedencia (C2PA) es más prometedora a largo plazo: en vez de perseguir cada falsificación, verifica criptográficamente el origen del contenido auténtico. Requiere adopción del ecosistema.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¿Genera la IA malware indetectable?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— &lt;https://atlas.mitre.org/&gt;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600-1, Generative AI Profile — &lt;https://www.nist.gov/itl/ai-risk-management-framework&gt;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C2PA (Coalition for Content Provenance and Authenticity) — &lt;https://c2pa.org/&gt;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FBI IC3, alertas sobre BEC y deepfakes — &lt;https://www.ic3.gov/&gt;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ENISA, Threat Landscape (secciones de IA/desinformación) — &lt;https://www.enisa.europa.eu/&gt;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