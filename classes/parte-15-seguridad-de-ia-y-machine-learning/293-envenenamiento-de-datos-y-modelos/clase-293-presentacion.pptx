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293 — Envenenamiento de datos y modelos</a:t>
            </a:r>
          </a:p>
          <a:p>
            <a:r>
              <a:rPr sz="1600">
                <a:solidFill>
                  <a:srgbClr val="2E8B57"/>
                </a:solidFill>
              </a:rPr>
              <a:t>parte 15 seguridad de ia y machine learning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Entender cómo un adversario contamina el proceso de aprendizaje —no la inferencia— para degradar el modelo o instalar una puerta trasera. El alumno inyectará un backdoor con un trigger en un clasificador propio, verificará que se activa solo con el trigger, y aplicará técnicas de detección y saneamiento de datos.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envenenamiento de disponibilidad (degradar) de envenenamiento dirigido/backdoor.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ataque BadNets con un trigger visual sobre un clasificador propio.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Medir la tasa de éxito del backdoor sin dañar la precisión limpia.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defensas: filtrado por activaciones (activation clustering), Spectral Signatures y poda de neuronas.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riesgo de cadena de suministro de datasets y modelos preentrenados.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Envenenamiento de disponibilidad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Envenenamiento dirigido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Puertas traseras (backdoors) y triggers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BadNets y ataques clean-label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Cadena de suministro de 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Detección por activaciones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Defensas: fine-pruning, saneamiento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Envenenamiento de datos: manipular el conjunto de entrenamiento para alterar el modelo resultante. Característica: actúa en tiempo de entrenamiento, no de inferencia.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Backdoor (puerta trasera): el modelo predice correctamente salvo cuando la entrada contiene un trigger, que fuerza una clase objetivo. Característica: invisible en el test set limpio.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Trigger: patrón específico (un parche de píxeles, una palabra, una marca) que activa el backdoor.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Ataque clean-label: el atacante no cambia las etiquetas, solo perturba las imágenes; más sigiloso y realista.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Activation clustering: defensa que agrupa las activaciones de la penúltima capa; el clúster envenenado se separa.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Spectral signatures: las muestras envenenadas dejan una firma en el espectro de las representaciones, detectable con SVD.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Fine-pruning: podar neuronas poco activas con datos limpios y afinar; suele desactivar el backdoor.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 install adversarial-robustness-toolbox torch torchvision numpy scikit-learn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ART incluye ataques de envenenamiento (PoisoningAttackBackdoor) y defensas (ActivationDefence, SpectralSignatureDefense).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dataset propio (MNIST/CIFAR-10) y una CNN entrenable.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Espacio para guardar dos modelos: limpio y envenenado.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Sobre datos y modelos propios en laboratorio aislado.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 trigger. Un cuadrado blanco de 3×3 en la esquina inferior derecha de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Envenena una fracción del train. Toma el 5–10% de las muestras, añade el trigger y cambia su etiqueta a la clase objetivo (p. ej. "7").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art.attacks.poisoning import PoisoningAttackBackdoor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from art.attacks.poisoning.perturbations import addpatternbd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backdoor = PoisoningAttackBackdoor(addpatternbd)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xpois, ypois = backdoor.poison(xsel, y=targetlabels)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Reduce la fracción envenenada hasta encontrar el mínimo que mantiene ASR alto.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Implementa un trigger distinto (patrón difuso) y compara sigilo vs. eficacia.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ataque clean-label y explica por qué es más difícil de detectar.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 Spectral Signatures y compara su detección con activation clustering.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 envenenamiento de disponibilidad (etiquetas aleatorias) y mide la caída de precisión.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3 controles de cadena de suministro que habrían impedido el ataque.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modelo con backdoor funcional y su defensa: código que entrena el modelo envenenado, demuestra ASR ≥ 90% con el trigger y precisión limpia dentro de 1–2 puntos del modelo sano, y un segundo script que reduce el ASR por debajo del 10% mediante una defensa.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revisor ejecuta tu ataque y observa alto ASR con precisión limpia intacta; luego ejecuta tu defensa y observa el ASR desplomado. Se adjunta una tabla con las cuatro métricas (precisión limpia y ASR, antes y después).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backdoor baja la precisión limpia — Fracción envenenada demasiado alta. Baja el porcentaje; el sigilo es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ASR bajo — Trigger poco distintivo o pocos ejemplos. Refuerza el patrón o sube la fracción.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Activation clustering no detecta nada — nbclusters mal fijado o sin reducción de dimensión. Usa PCA/TSNE y 2 clústeres.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Fine-pruning no elimina el backdoor — Poda insuficiente. Aumenta el ratio podado y afina con más épocas de datos limpios.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envenenamiento con adversarial — El primero actúa en entrenamiento; el segundo en inferencia. No mezcles defensas.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llega un atacante a mis datos de entrenamiento?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Mediante datasets scrapeados de la web, contribuciones de la comunidad, etiquetado tercerizado, o modelos preentrenados con backdoor descargados de repositorios públicos.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backdoor se ve en las métricas normales?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El modelo rinde bien en el test limpio; por eso es tan peligroso. Solo se detecta buscando activamente triggers o firmas en las activaciones.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es un ataque clean-label?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atacante perturba las imágenes sin cambiar sus etiquetas, así que una inspección de etiquetas no revela nada. Es más costoso pero mucho más sigiloso.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reentrenar desde cero como defensa?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 et al., "BadNets", 2017 — &lt;https://arxiv.org/abs/1708.06733&gt;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Chen et al., "Detecting Backdoor Attacks via Activation Clustering", 2018 — &lt;https://arxiv.org/abs/1811.03728&gt;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Tran, Li &amp; Madry, "Spectral Signatures in Backdoor Attacks", NeurIPS 2018 — &lt;https://arxiv.org/abs/1811.00636&gt;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Liu, Dolan-Gavitt &amp; Garg, "Fine-Pruning", 2018 — &lt;https://arxiv.org/abs/1805.12185&gt;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ATLAS, "Poison Training Data" — &lt;https://atlas.mitre.org/&gt;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