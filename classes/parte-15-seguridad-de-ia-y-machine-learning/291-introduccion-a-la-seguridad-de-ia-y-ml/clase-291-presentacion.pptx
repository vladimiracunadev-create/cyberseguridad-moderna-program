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291 — Introducción a la seguridad de IA y ML</a:t>
            </a:r>
          </a:p>
          <a:p>
            <a:r>
              <a:rPr sz="1600">
                <a:solidFill>
                  <a:srgbClr val="2E8B57"/>
                </a:solidFill>
              </a:rPr>
              <a:t>parte 15 seguridad de ia y machine learning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el mapa mental de la seguridad de la IA: entender por qué un sistema de machine learning tiene una superficie de ataque propia, distinta de la del software tradicional, y aprender a describir esa superficie con marcos estándar (MITRE ATLAS y NIST AI RMF). Al terminar, el alumno sabrá situar cualquier amenaza de las clases siguientes dentro del ciclo de vida datos → entrenamiento → modelo → despliegue → inferencia.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las propiedades de seguridad de un modelo (confidencialidad, integridad, disponibilidad) de las del software clásico.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Mapear una amenaza concreta a una táctica y técnica de MITRE ATLAS.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Clasificar ataques según la fase del ciclo de vida y el conocimiento del atacante (caja blanca/negra).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Relacionar las funciones del NIST AI RMF (Govern, Map, Measure, Manage) con controles de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modelo de amenazas inicial para un sistema de ML dado.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La tríada CIA aplicada a modelos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Ciclo de vida del ML como superficie de ataque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Taxonomía de atacantes: caja blanca vs. negra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MITRE ATLAS: tácticas y técnicas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NIST AI RMF: Govern/Map/Measure/Manage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AI Bill of Materials (AI-BOM) y cadena de suministro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Diferencia entre seguridad, robustez y safety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Superficie de ataque de IA: conjunto de puntos donde un adversario puede influir en datos, entrenamiento, modelo o inferencia. Característica: se extiende a la cadena de suministro (datasets y modelos preentrenados de terceros).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Ataque de caja blanca: el atacante conoce arquitectura, pesos y gradientes. Característica: permite ataques óptimos (p. ej. basados en gradiente) y sirve como peor caso en la evaluación.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Ataque de caja negra: solo hay acceso a entradas/salidas (la API). Característica: usa consultas repetidas, transferibilidad o modelos sustitutos.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ATLAS: base de conocimiento de tácticas (Reconnaissance, Resource Development, Initial Access, ML Model Access, Exfiltration, Impact...) y técnicas contra sistemas de IA, homóloga de ATT&amp;CK.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AI RMF: marco voluntario con cuatro funciones —Govern, Map, Measure, Manage— para gestionar riesgos de IA a lo largo del ciclo de vida.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AI-BOM: inventario de datos, modelos, dependencias y procedencia de un sistema de IA; base para gestionar riesgo de cadena de suministro.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Robustez vs. seguridad: robustez es resistir perturbaciones (adversariales o no); seguridad es resistir a un adversario con intención. No son sinónimos.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Trabajaremos en un laboratorio aislado (VM o contenedor) sin datos reales de producción.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 -m venv .venv &amp;&amp; source .venv/bin/activate   # Windows: .venv\Scripts\activate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adversarial-robustness-toolbox torch torchvision scikit-learn numpy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ATLAS Navigator (web) para explorar la matriz: &lt;https://atlas.mitre.org/&gt;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AI RMF Playbook para consultar acciones sugeridas por función.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modelo de juguete (por ejemplo un clasificador sobre MNIST o CIFAR-10) que usaremos en clases siguientes.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Este laboratorio es de modelado, no de explotación; aún así, cualquier prueba se hace sobre modelos y datos propios.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un sistema de referencia. Toma un caso realista, p. ej. "API de scoring de crédito basada en un modelo de scikit-learn" o "chatbot de soporte con un LLM". Descríbelo en una frase.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ciclo de vida. En un diagrama, enumera las cinco fases: recolección de datos, entrenamiento, empaquetado del modelo, despliegue (API), inferencia. Para cada una, anota una entrada de datos y un actor con acceso.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activos y propiedades CIA. Por cada activo (dataset, pesos del modelo, API, prompts del sistema) marca qué te importa: confidencialidad (¿se puede robar el modelo?), integridad (¿se puede sesgar?), disponibilidad (¿se puede degradar con entradas costosas?).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a MITRE ATLAS. Abre el Navigator y localiza técnicas aplicables: por ejemplo "Evade ML Model", "Poison Training Data", "Exfiltrate via ML Inference API". Anota los IDs.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al atacante. Para cada amenaza, decide si requiere caja blanca o negra y qué nivel de acceso (usuario de la API, insider del pipeline, proveedor del dataset).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Cruza con NIST AI RMF. Asigna cada riesgo a una función: Map (identificar contexto), Measure (métrica de robustez), Manage (control/mitigación), Govern (política/rol responsable).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un filtro de spam, lista tres ataques distintos y ubícalos en el ciclo de vida.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un ejemplo por qué la transferibilidad hace peligrosos los ataques de caja negra.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 en ATLAS un caso de estudio real (case study) y resume su cadena de ataque en 4 pasos.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Redacta, para el caso "chatbot con LLM", una entrada de riesgo con las cuatro funciones del AI RMF cubiertas.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 AI-BOM mínimo (5 filas) para un modelo que usa un dataset público y un modelo preentrenado de Hugging Face.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con ejemplos "robustez", "seguridad" y "safety" para un coche autónomo.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modelo de amenazas de una página para un sistema de ML a tu elección que incluya: diagrama del ciclo de vida, tabla de activos con propiedades CIA, al menos 6 amenazas mapeadas a técnicas ATLAS (con ID), clasificación caja blanca/negra por amenaza y priorización top-3.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una de las 6 amenazas tiene (a) un ID ATLAS válido, (b) la fase del ciclo de vida afectada, (c) el tipo de atacante y (d) una función del NIST AI RMF asociada. Un revisor debe poder, leyendo solo tu tabla, entender qué defenderás primero y por qué.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"Mi modelo es seguro porque tiene buena accuracy" — Accuracy ≠ robustez. Mide desempeño bajo ataque, no solo en test limpio.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Tratar la IA como software normal en el threat model — Faltan datos y entrenamiento como activos. Modela el ciclo de vida completo, no solo la API.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Ignorar la cadena de suministro — Datasets/modelos de terceros heredan puertas traseras. Añade un AI-BOM.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caja blanca y negra — Suponer acceso a gradientes que no existe. Define primero el nivel de acceso del atacante.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solo un marco — ATLAS describe amenazas; NIST AI RMF gestiona riesgo. Se complementan, no compiten.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¿En qué se diferencia la seguridad de IA de la seguridad de software tradicional?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dos activos nuevos —los datos de entrenamiento y el modelo aprendido— y ataques que explotan el comportamiento estadístico del modelo, no bugs de código. El pipeline de datos pasa a ser código de facto.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¿MITRE ATLAS reemplaza a ATT&amp;CK?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ATLAS es un complemento centrado en sistemas de IA; muchas cadenas reales combinan técnicas de ATT&amp;CK (acceso inicial) con técnicas de ATLAS (evasión o envenenamiento del modelo).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ser experto en ML para hacer seguridad de IA?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Ayuda, pero no es imprescindible al inicio. Muchos ataques a LLM son de caja negra y se parecen a AppSec. Los ataques adversariales sí requieren entender gradientes y entrenamiento.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NIST AI RMF es obligatorio?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AI Risk Management Framework 1.0 — &lt;https://www.nist.gov/itl/ai-risk-management-framework&gt;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ATLAS — &lt;https://atlas.mitre.org/&gt;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Biggio &amp; Roli, "Wild Patterns", Pattern Recognition (2018).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Machine Learning Security Top 10 — &lt;https://owasp.org/www-project-machine-learning-security-top-10/&gt;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ENISA, "Securing Machine Learning Algorithms" (2021) — &lt;https://www.enisa.europa.eu/&gt;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