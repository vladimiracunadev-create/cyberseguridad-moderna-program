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305 — Capstone: operación Red Team end-to-end</a:t>
            </a:r>
          </a:p>
          <a:p>
            <a:r>
              <a:rPr sz="1600">
                <a:solidFill>
                  <a:srgbClr val="2E8B57"/>
                </a:solidFill>
              </a:rPr>
              <a:t>parte 16 capstones y preparacion de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una operación Red Team completa contra tu laboratorio, simulando un adversario con objetivos de negocio (no solo "hackear máquinas"): reconocimiento, acceso inicial, establecimiento de C2, movimiento lateral, escalada, consecución de objetivos y evasión, todo mapeado a MITRE ATT&amp;CK. Integra la Parte 9 (Red Team/C2), la Parte 8 (AD) y la Parte 5 (evasión/OPSEC), y produce un informe orientado a mejorar la detección del Blue Team.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objetivos y escenario de amenaza (threat emulation) de una operación.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una infraestructura C2 con redirectores y OPSEC básica.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una cadena de ataque completa mapeada a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Evadir controles básicos (EDR/AV) documentando cada decisión.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Entregar un informe con narrativa de ataque y recomendaciones de detección.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Threat emulation y objetivos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Infraestructura C2 y redirectores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Acceso inicial (phishing/payload)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Movimiento lateral (Parte 8)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Evasión EDR/AV (Parte 5)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Objetivos y exfiltración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Informe y purple teaming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Threat emulation: reproducir el TTP de un adversario concreto (p. ej. un grupo APT). Característica: guía qué técnicas usar.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C2 (Command and Control): canal para controlar implantes. Característica: debe ser resiliente y sigiloso.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Redirector: servidor intermedio que oculta el C2 real. Característica: protege la infraestructura del operador.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OPSEC: disciplina para no dejar rastros atribuibles. Característica: cada acción sopesa el riesgo de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Movimiento lateral: pivotar entre hosts con credenciales/técnicas. Característica: base del compromiso de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Purple teaming: colaboración Red/Blue para mejorar detección. Característica: cierra el ciclo del capstone.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Laboratorio con AD (GOAD/DetectionLab) y, si tienes, un EDR de prueba.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C2: un framework de laboratorio (p. ej. Sliver, Mythic o Havoc) — usa solo en tu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Redirectores: Nginx o socat en una VM intermedia.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Movimiento lateral: impacket, CrackMapExec, Rubeus, Certipy.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Registro: matriz ATT&amp;CK Navigator para marcar técnicas ejecutadas.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de informe orientada a detección.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escenario. Elige un adversario a emular y su conjunto de TTP en ATT&amp;CK Navigator; fija el objetivo ("comprometer el controlador de dominio y exfiltrar secret.docx").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C2. Levanta tu servidor (Sliver/Mythic) en una VM y un redirector Nginx delante; verifica el callback.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Acceso inicial. Genera un payload y simula su entrega (en tu laboratorio, sin víctimas reales); obtén el primer implante.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Descubrimiento. Enumera el host y el dominio (whoami /all, BloodHound) respetando OPSEC.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Escalada y credenciales. Abusa de una debilidad local; extrae credenciales con técnica coherente con el escenario.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Movimiento lateral. Pivota a otros hosts; documenta cada salto y su técnica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Evasión. Si hay EDR, ajusta el implante (sleep/jitter, ofuscación) y anota qué evadiste y qué te detectó.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la capa ATT&amp;CK Navigator del adversario emulado.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diagrama de tu infraestructura C2 con redirector.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una cadena acceso inicial → Domain Admin con técnicas ATT&amp;CK por paso.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dos configuraciones de C2 (sleep/jitter) y su impacto en OPSEC.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5 técnicas que un EDR debería detectar y por 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narrativa de ataque para el resumen ejecutivo.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informe de operación Red Team (informe-redteam.md) con: escenario y objetivos, diagrama de infraestructura C2, narrativa de ataque paso a paso mapeada a ATT&amp;CK, técnicas de evasión aplicadas y una tabla de recomendaciones de detección para el Blue Team. Adjunta la capa de ATT&amp;CK Navigator.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operación alcanza el objetivo definido, cada paso tiene su técnica ATT&amp;CK, la infraestructura incluye al menos un redirector, y el informe entrega recomendaciones de detección accionables (no solo "hackeé X").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implante no llama a casa" — Redirector mal configurado; revisa el reenvío y el perfil C2.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"Me detecta el EDR al instante" — OPSEC pobre; ajusta sleep/jitter y evita binarios conocidos.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sé qué técnicas usé" — Sin registro; marca cada acción en ATT&amp;CK Navigator en el momento.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informe solo cuenta el hackeo" — Falta valor defensivo; añade recomendaciones de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"Rompí el dominio" — Acciones destructivas; usa snapshots y evita persistencia dañina.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¿Red Team es lo mismo que pentest?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pentest busca cobertura de vulnerabilidades; el Red Team emula un adversario con objetivos y sigilo, y mide la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framework C2 uso para aprender?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Sliver o Mythic son abiertos y bien documentados. Úsalos solo en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un EDR real?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Ayuda, pero puedes practicar OPSEC y detección con las herramientas de la Parte 10–11 sin uno comercial.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conecto esto con el Blue Team?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ATT&amp;CK®: &lt;https://attack.mitre.org/&gt;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Navigator: &lt;https://mitre-attack.github.io/attack-navigator/&gt;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Sliver C2: &lt;https://github.com/BishopFox/sliver&gt;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Vest &amp; Tubberville, Red Team Development and Operations.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 Canary Atomic Red Team: &lt;https://github.com/redcanaryco/atomic-red-team&gt;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