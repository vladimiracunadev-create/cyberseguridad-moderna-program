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310 — Plan de aprendizaje continuo y comunidad</a:t>
            </a:r>
          </a:p>
          <a:p>
            <a:r>
              <a:rPr sz="1600">
                <a:solidFill>
                  <a:srgbClr val="2E8B57"/>
                </a:solidFill>
              </a:rPr>
              <a:t>parte 16 capstones y preparacion de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Cerrar el programa con un plan de aprendizaje continuo que sostenga tu carrera durante años: fuentes de calidad, una cadencia de práctica, participación en comunidad, contribución (charlas, blog, open source) y una hoja de ruta de especialización. La ciberseguridad cambia constantemente; el verdadero resultado del curso no es "terminar", sino saber cómo seguir aprendiendo de forma disciplinada y con red de apoyo.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plan de aprendizaje continuo con fuentes, cadencia y objetivos trimestrales.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Seleccionar fuentes fiables y filtrar el ruido informativo.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Integrarse en comunidades y eventos de forma provechosa.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Contribuir con contenido propio (blog, charlas, open source).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Trazar una ruta de especialización a 1–3 años alineada con el mercado.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Fuentes de calidad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Cadencia de práctica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Comunidad y networking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Contribución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Especialización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Mantenerse ético y actualizado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Bienestar y burnout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Aprendizaje continuo: hábito estructurado de estudio y práctica permanente. Característica: cadencia sostenible, no maratones esporádicos.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NICE Framework: taxonomía de roles y competencias de ciberseguridad (NIST). Característica: ayuda a mapear tu especialización.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CTF (Capture The Flag): competición de retos técnicos. Característica: práctica gamificada y comunitaria.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CVE/CWE watching: seguir vulnerabilidades y debilidades nuevas. Característica: mantiene tu conocimiento vigente.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Contribución open source: aportar a herramientas de la comunidad. Característica: aprendizaje profundo y reputación.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Burnout: agotamiento por sobrecarga sostenida. Característica: riesgo real del sector; se previene con límites.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Lector RSS (Feedly/Miniflux) para agregar fuentes de calidad.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Plataformas de práctica continua: HackTheBox, TryHackMe, PortSwigger Academy, CTFtime.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Comunidad: Discord/Slack del sector, meetups locales, conferencias (DEF CON, BSides, OWASP chapters).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sistema de notas (Obsidian) para tu "segundo cerebro"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plantilla de plan trimestral (objetivos, recursos, métrica).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Curación de fuentes. Selecciona 8–12 fuentes fiables (blogs de investigadores, avisos oficiales, newsletters, MITRE/OWASP) y agrégalas en tu lector RSS.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tu cadencia. Fija bloques semanales realistas: p. ej. 3 h de práctica (HTB/THM), 1 h de lectura, 1 h de escritura.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 trimestral. Elige un objetivo por trimestre (una certificación, una especialización, N máquinas) con métrica verificable.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Únete a una comunidad. Entra a un Discord/meetup y participa: pregunta, responde, comparte un writeup.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Planifica una contribución. Define un aporte a 90 días: un post técnico, una charla en un BSides local o un PR a una herramienta open source.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Traza tu especialización. Con el NICE Framework, elige un rol objetivo (p. ej. Exploitation Analyst, Cyber Defense Analyst) y lista las competencias a profundizar.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sostenibilidad. Define límites (horarios, descansos) para prevenir burnout; el plan debe durar años, no semanas.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tu lista curada de 10 fuentes con su justificación.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tu calendario semanal de práctica.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tu plan trimestral con objetivo y métrica.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Únete a una comunidad y documenta tu primera contribución.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tu rol objetivo con el NICE Framework.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tu "regla de sostenibilidad" personal contra el burnout.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plan de aprendizaje continuo (plan-aprendizaje.md) con: fuentes curadas, cadencia semanal, objetivos trimestrales a 12 meses con métricas, un compromiso de contribución a 90 días, tu ruta de especialización (NICE) y tus límites de sostenibilidad.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plan tiene fechas y métricas verificables (no intenciones vagas), incluye al menos una contribución concreta a la comunidad, mapea una especialización a un rol real y contempla explícitamente la prevención del burnout.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"Me satura la información" — Fuentes sin curar; filtra a 10 de calidad y usa RSS.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"Empecé fuerte y lo dejé" — Cadencia irreal; reduce a bloques sostenibles y constantes.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"Estudio sin rumbo" — Sin especialización; elige un rol NICE y profundiza.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participo en comunidad" — Aislamiento; entra a un Discord/meetup y aporta algo pequeño.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"Me quemé" — Sin límites; agenda descansos y protege tu tiempo personal.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ahogarme en noticias?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Cura pocas fuentes de alta señal y revisa en bloques fijos, no de forma continua.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¿Especializarme o ser generalista?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base amplia (lo hiciste en las Partes 1–15) y luego profundiza en un rol. La profundidad diferencia.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¿Vale la pena contribuir si soy junior?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Sí. Escribir un writeup o reportar un bug en una herramienta consolida tu aprendizaje y te da visibilidad.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¿Y ahora que terminé el programa?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NICE Framework (NIST): &lt;https://niccs.cisa.gov/workforce-development/nice-framework&gt;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CTFtime: &lt;https://ctftime.org/&gt;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Chapters/Events: &lt;https://owasp.org/events/&gt;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HackTheBox: &lt;https://www.hackthebox.com/&gt; · TryHackMe: &lt;https://tryhackme.com/&gt;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Krebs on Security: &lt;https://krebsonsecurity.com/&gt; · The Hacker News: &lt;https://thehackernews.com/&gt;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