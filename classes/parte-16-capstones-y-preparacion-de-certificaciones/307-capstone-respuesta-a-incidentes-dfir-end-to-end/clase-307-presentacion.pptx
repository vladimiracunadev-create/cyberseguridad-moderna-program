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307 — Capstone: respuesta a incidentes DFIR end-to-end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Conducir una investigación DFIR completa sobre un incidente simulado: desde la detección y contención hasta la adquisición forense, el análisis (disco, memoria, línea de tiempo), la erradicación, la recuperación y el informe con lecciones aprendidas. Sigue el ciclo de NIST SP 800-61 e integra las Partes 12 (DFIR/forense) y 13 (análisis de malware), manteniendo cadena de custodia en todo momento.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IR de NIST (preparación → detección → contención → erradicación → recuperación → lecciones).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evidencia (disco y memoria) preservando integridad y cadena de custodia.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artefactos con Volatility, Autopsy y análisis de línea de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Determinar el vector, el alcance y el impacto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con timeline, IoCs y recomendaciones.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IR (NIST 800-61)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Cadena de custodia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Adquisición de memoria/disco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Análisis de memoria (Volatility)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Análisis de disco (Autopsy)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Timeline y correlación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Informe y lecciones aprendidas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custodia: registro de quién manipuló la evidencia y cuándo. Característica: cualquier ruptura la invalida legalmente.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 de volatilidad: capturar primero lo que se pierde antes (RAM, conexiones). Característica: guía la adquisición.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(Indicator of Compromise): artefacto que evidencia intrusión (hash, IP, ruta). Característica: alimenta la detección futura.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Hashing de evidencia: MD5/SHA-256 de la imagen. Característica: prueba que no se alteró.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 timeline: cronología unificada de múltiples fuentes (plaso). Característica: correlaciona eventos dispares.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eliminar la presencia del atacante. Característica: previa a la recuperación.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Imágenes de incidente: propias, o de laboratorios/retos (p. ej. escenarios tipo DFIR de CTFs).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Adquisición: FTK Imager, dd/dcfldd, winpmem/avml para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memoria: Volatility 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disco: Autopsy / The Sleuth Kit.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Timeline: plaso/log2timeline, Timeline Explorer.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Malware (Parte 13): sandbox aislado, CyberChef,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 DFIR y hoja de cadena de custodia.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Preparación. Ten listos formularios de cadena de custodia y un almacenamiento con hashing.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Detección/triage. A partir de una alerta (p. ej. del SIEM de la Clase 306), confirma el incidente y clasifícalo.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Contención. Aísla la VM comprometida (snapshot + red desconectada) sin destruir evidencia volátil.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de memoria. Captura RAM con winpmem/avml; calcula SHA-256 y regístralo.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de disco. Crea imagen con FTK Imager/dd; verifica el hash contra el original.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memoria. Con Volatility 3, lista procesos, conexiones y busca inyecciones: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 -f memoria.raw windows.pslist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Rellena una hoja de cadena de custodia para una imagen de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proceso malicioso con malfind y explica la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timeline de 10 eventos clave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5 IoCs y clasifícalos (host/red).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el vector de entrada y justifícalo con artefactos.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las lecciones aprendidas y 3 mejoras de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DFIR (informe-dfir.md) con: resumen del incidente, cadena de custodia con hashes, hallazgos de memoria y disco, una timeline del ataque, lista de IoCs y recomendaciones de erradicación/prevención.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imagen tiene su hash verificado, la timeline reconstruye la secuencia completa (entrada → objetivo), hay al menos 5 IoCs, y el vector de entrada está justificado con artefactos concretos.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"Perdí la evidencia volátil" — Apagaste la máquina antes de capturar RAM; captura memoria primero.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"Los hashes no coinciden" — Se alteró la imagen; re-adquiere y no montes en modo escritura.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"Volatility no reconoce el perfil" — Símbolos ausentes; usa Volatility 3 con símbolos correctos del 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timeline es un caos" — Sin filtrado; acota por ventana temporal y fuentes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identifico el vector" — Análisis parcial; correlaciona disco + memoria + logs de 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capturo primero, disco o memoria?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Memoria, por el orden de volatilidad: se pierde al apagar.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trabajar sobre la evidencia original?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Nunca. Trabaja sobre copias verificadas por hash; preserva el original.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¿Volatility 2 o 3?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es el estándar actual y no requiere perfiles manuales.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conecto esto con el SIEM?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(Computer Security Incident Handling): &lt;https://csrc.nist.gov/pubs/sp/800/61/r2/final&gt;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3: &lt;https://github.com/volatilityfoundation/volatility3&gt;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Autopsy / The Sleuth Kit: &lt;https://www.autopsy.com/&gt;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plaso/log2timeline: &lt;https://github.com/log2timeline/plaso&gt;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Luttgens, Pepe, Mandia, Incident Response &amp; Computer Forensics.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