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303 — Capstone: laboratorio completo de pentest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pentest end-to-end contra un laboratorio propio multi-máquina, siguiendo una metodología profesional (PTES / NIST SP 800-115) y entregando un informe formal con hallazgos, puntuación CVSS y recomendaciones de remediación. Este capstone integra las Partes 6 (web), 7 (redes/infra), 8 (Active Directory) y 9 (post-explotación) en un único proyecto verificable.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 pentest con alcance, reglas de enfrentamiento y objetivos definidos.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las 7 fases de PTES contra un entorno realista.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Puntuar hallazgos con CVSS 3.1 y priorizarlos por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con resumen ejecutivo, hallazgos técnicos y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Defender los resultados en una reunión de cierre (readout).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Alcance y reglas de enfrentamiento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Fases PTES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e intel (Parte 6–7)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Explotación y pivoting (Parte 9)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Active Directory (Parte 8)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CVSS y priorización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Informe y readout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(scope): activos y técnicas autorizadas. Característica: todo lo fuera de alcance está prohibido.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de enfrentamiento (RoE): horarios, límites, contactos de emergencia. Característica: evitan incidentes y disputas legales.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PTES: estándar de 7 fases (pre-engagement, intel, modelado de amenazas, análisis de vulnerabilidades, explotación, post-explotación, reporte). Característica: marco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3.1: sistema de puntuación de severidad 0–10. Característica: separa base, temporal y ambiental.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ejecutivo: sección para directivos sin jerga. Característica: enfoca riesgo de negocio, no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Retest: verificación de que las remediaciones funcionan. Característica: cierra el ciclo.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Laboratorio: 3–5 VMs (mezcla de VulnHub + un rango AD tipo GOAD o DetectionLab).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Recon/explotación: nmap, autorecon, ffuf, BloodHound, impacket, CrackMapExec, Metasploit.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Post-explotación: mimikatz, secretsdump.py, chisel/ligolo para pivoting.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Gestión: Obsidian/CherryTree para notas, plantilla de informe (Markdown o Word).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calculator (FIRST.org).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Pre-engagement. Escribe un documento de alcance: IPs objetivo, ventana de tiempo, técnicas permitidas, objetivos ("obtener Domain Admin y exfiltrar flag.txt").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 e intel. Enumera toda la red: nmap -p- --min-rate 2000 a cada host y -sVC a los puertos abiertos.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vulnerabilidades. Cruza servicios con searchsploit; identifica web (OWASP Top 10 de la Parte 6), SMB, y rutas 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Explotación inicial. Consigue foothold en la máquina más expuesta; documenta el comando y captura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Pivoting. Levanta un túnel (ligolo-ng o chisel) hacia la red interna no enrutable.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a Active Directory. Ejecuta bloodhound-python, analiza rutas de ataque, abusa de Kerberoasting/AS-REP y escala a Domain Admin con secretsdump.py.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Post-explotación. Recolecta evidencia del objetivo (flag), sin causar daño ni persistencia innecesaria.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documento de alcance y RoE de tu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mapa de red con hosts, servicios y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Puntúa tres hallazgos con CVSS y justifica cada 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resumen ejecutivo (máx. media página, sin jerga).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una cadena de ataque completa foothold → Domain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remediaciones priorizadas por coste/impacto.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pentest completo (informe-pentest.pdf o .md) del laboratorio, con al menos: alcance, metodología, 5 hallazgos con CVSS, una cadena de ataque hasta el objetivo final, y recomendaciones. Adjunta el cuaderno de notas con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permite a un tercero reproducir cada hallazgo, cada CVSS es coherente con el vector descrito, hay un resumen ejecutivo sin jerga, y se alcanzó el objetivo definido en el alcance (p. ej. Domain Admin + flag).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informe es solo comandos" — Falta contexto de riesgo; añade resumen ejecutivo y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puedo llegar a la red interna" — Falta pivoting; configura túnel con ligolo/chisel.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"BloodHound no muestra rutas" — Recolección incompleta; usa bloodhound-python -c 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"CVSS inflado" — Métricas mal elegidas; revisa vector de ataque y alcance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"Rompí una VM" — Explotación agresiva sin snapshot; usa snapshots antes de cada fase.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laboratorio uso si no tengo 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GOAD (Game of Active Directory) o DetectionLab; son gratuitos y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 debe medir el informe?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necesario: un resumen ejecutivo breve y hallazgos detallados. Calidad sobre cantidad.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¿Incluyo hallazgos de bajo riesgo?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pero priorizados. Un informe profesional cubre todo el espectro con severidad clara.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¿Este capstone sirve para el OSCP?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800-115: &lt;https://csrc.nist.gov/pubs/sp/800/115/final&gt;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PTES: &lt;http://www.pentest-standard.org/&gt;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3.1 Calculator (FIRST): &lt;https://www.first.org/cvss/calculator/3.1&gt;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GOAD: &lt;https://github.com/Orange-Cyberdefense/GOAD&gt;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BloodHound: &lt;https://github.com/BloodHoundAD/BloodHound&gt;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