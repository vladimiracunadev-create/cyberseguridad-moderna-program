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309 — Construcción de portafolio y home lab permanente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el trabajo de las 308 clases anteriores en evidencia empleable: un portafolio público (writeups, informes anonimizados, repos) y un home lab permanente y reproducible donde seguir practicando. El objetivo es que un reclutador o cliente pueda, en cinco minutos, verificar tu competencia real. Integra los entregables de los capstones (Clases 303, 305, 306, 307, 308) en una vitrina profesional.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portafolio con proyectos, writeups e informes.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contenido técnico anonimizado y bien presentado.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 home lab reproducible con infraestructura como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laboratorio para que otros (y tu yo futuro) lo reconstruyan.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Presentar su perfil profesional coherente (GitHub, blog, LinkedIn).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incluir en el portafolio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Writeups y CTFs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Informes anonimizados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Home lab con IaC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Blog técnico y GitHub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Anonimización y ética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Marca profesional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Portafolio: colección curada de trabajo demostrable. Característica: prioriza calidad y evidencia sobre cantidad.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Writeup: explicación paso a paso de cómo resolviste un reto. Característica: revela tu proceso de pensamiento.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Infraestructura como código (IaC): definir el lab en archivos (Vagrant/Terraform/Ansible). Característica: reproducible y versionable.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Home lab: entorno personal de práctica permanente. Característica: aislado, seguro y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Anonimización: eliminar datos identificables antes de publicar. Característica: obligatoria en informes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profesional: coherencia de perfil entre GitHub, blog y LinkedIn. Característica: facilita que te encuentren.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GitHub/GitLab para repos y para alojar el blog (GitHub Pages).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Blog estático: Hugo, Jekyll o MkDocs.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Home lab IaC: Vagrant + VirtualBox/Proxmox, Ansible para aprovisionar, o plantillas tipo DetectionLab.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entregables de los capstones (Clases 303–308) como base del portafolio.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writeup y una de informe anonimizado.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Inventaria tu trabajo. Lista los entregables de los capstones (informe pentest 303, Red Team 305, Blue Team 306, DFIR 307, reporte 308) y selecciona los mejores.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Anonimiza. Reemplaza IPs, nombres y datos reales por valores ficticios; verifica que no queda PII.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el repo del portafolio. Estructura: /writeups, /informes, /homelab, /tools, con un README.md índice.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2 writeups. Elige dos máquinas/retos y documenta el razonamiento (no solo la solución).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blog. Genera un sitio con MkDocs/Hugo y publica los writeups; despliega en GitHub Pages.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 el home lab. Escribe un Vagrantfile que levante tu laboratorio base (Kali + víctima + SIEM):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Vagrant.configure("2") do |config|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árbol de carpetas de tu portafolio.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 un informe de capstone y verifica que no queda dato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writeup completo de una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Vagrantfile que levante dos VMs en una red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 el blog en GitHub Pages con al menos un post.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README de home lab reproducible con diagrama.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 un portafolio (repo público + blog) que incluya: índice, al menos 2 writeups, 1 informe de capstone anonimizado y un home lab como código (Vagrant/Ansible) con documentación para levantarlo.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tercero puede clonar el repo y levantar el home lab con un comando documentado, el blog es accesible públicamente, los informes no contienen datos reales, y el índice enlaza todos los artefactos.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"Publiqué datos reales" — Anonimización incompleta; revisa IPs, hostnames y capturas antes de subir.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"Nadie entiende mis writeups" — Falta contexto; explica el razonamiento, no solo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lab no se reproduce" — Pasos manuales sin IaC; automatiza con Vagrant/Ansible.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blog no despliega" — Config de Pages incorrecta; revisa rama y ruta de publicación.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perfil está disperso" — Sin marca coherente; unifica identidad entre plataformas.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¿GitHub privado o público?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Público para el portafolio (es la vitrina). Mantén privado lo sensible o inacabado.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writeups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Pocos y buenos superan a muchos mediocres. Empieza con 2–3 que muestren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publicar informes de bug bounty?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el programa lo permite y tras la divulgación coordinada. Anonimiza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usar la nube en vez de local?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DetectionLab: &lt;https://github.com/clong/DetectionLab&gt;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Vagrant: &lt;https://www.vagrantup.com/&gt; · Ansible: &lt;https://docs.ansible.com/&gt;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MkDocs: &lt;https://www.mkdocs.org/&gt; · GitHub Pages: &lt;https://pages.github.com/&gt;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GOAD (lab AD): &lt;https://github.com/Orange-Cyberdefense/GOAD&gt;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Vulnerable Web Applications Directory: &lt;https://owasp.org/www-project-vulnerable-web-applications-directory/&gt;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