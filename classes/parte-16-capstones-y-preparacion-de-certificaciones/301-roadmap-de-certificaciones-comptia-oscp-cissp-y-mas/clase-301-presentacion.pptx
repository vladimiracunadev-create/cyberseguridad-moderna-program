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301 — Roadmap de certificaciones: CompTIA, OSCP, CISSP y más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alumno construya un roadmap de certificaciones personalizado, entendiendo qué credencial demuestra qué competencia, cuál es el orden lógico según su perfil (ofensivo, defensivo o de gestión), y cuánto cuesta en dinero, tiempo y esfuerzo. Al final tendrás un plan escrito con hitos concretos alineado a tu objetivo profesional y a las clases ya cursadas del programa.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las certificaciones principales por dominio (base, ofensivo, defensivo, GRC, cloud) y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una secuencia de certificaciones coherente con su perfil y experiencia.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coste, tiempo de preparación y vigencia (CEUs/renovación) de cada credencial.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certificación a las partes del programa que la sustentan.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roadmap de 12–24 meses con hitos verificables.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Base: Security+, Network+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Ofensivo: PenTest+, eJPT, OSCP, OSEP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Defensivo: CySA+, GCIH, GCFA, BTL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Gestión/GRC: CISSP, CISM, 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Cloud: AWS Security, AZ-500, CCSP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Coste real y vigencia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Orden por perfil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baseline: credencial de nivel de entrada (p. ej. Security+). Característica: amplia y teórica, abre el mercado laboral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hands-on: examen práctico en laboratorio real (OSCP, OSEP). Característica: exige comprometer máquinas y entregar informe, no test de opción múltiple.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CEU (Continuing Education Unit): crédito para renovar certificaciones de (ISC)²/ISACA sin reexaminarse. Característica: obliga a formación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DoD 8570/8140: marco del gobierno de EE. UU. que exige ciertas certificaciones por rol. Característica: hace de Security+ un requisito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CBK (Common Body of Knowledge): temario canónico de (ISC)² para el CISSP. Característica: organizado en 8 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Endorsement: aval de experiencia requerido tras aprobar el CISSP. Característica: sin él, quedas como Associate of (ISC)².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laboratorio ofensivo aquí; el "entorno" es tu planificación. Necesitas: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(LibreOffice Calc / Google Sheets) para el roadmap y presupuesto.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páginas oficiales de cada proveedor (CompTIA, Offensive Security, (ISC)², ISACA, SANS/GIAC).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registro de progreso de las Partes 1–15 para saber qué ya dominas.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calendario para fijar fechas de examen realistas.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Autoevaluación de perfil. Responde: ¿te atrae más romper (ofensivo), defender (defensivo) o gobernar (GRC)? Anota tu objetivo de rol a 24 meses (p. ej. "Pentester junior", "Analista SOC", "GRC analyst").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base. Marca en una tabla qué partes del programa cubres bien. Ejemplo: Partes 6–9 fuertes → perfil ofensivo maduro.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la secuencia base. Si partes de cero laboral, empieza por Security+ (valida Partes 1–5). Si ya tienes base sólida, puedes saltar a la vía especializada.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vía especializada: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Ofensiva: eJPT → OSCP → OSEP/OSWE (apoyada en Partes 6–9).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Defensiva: CySA+ → GCIH/GCFA (apoyada en Partes 10–13).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Gestión: CISSP (requiere 5 años de experiencia; apoyada transversalmente).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8 certificaciones con: dominio, nivel, tipo de examen y vigencia.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tres rutas (ofensiva, defensiva, GRC) de menor a mayor dificultad.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presupuesto total de tu vía elegida a 24 meses.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cada certificación de tu ruta a las partes del programa que la sustentan.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dos certificaciones cloud y a qué rol apuntan.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párrafo justificando por qué tu primera certificación es la correcta para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documento roadmap-certificaciones.md con: (a) tu objetivo de rol a 24 meses, (b) una secuencia ordenada de 3–5 certificaciones con fechas trimestrales, (c) presupuesto total y (d) el mapeo de cada certificación a partes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roadmap tiene fechas concretas, la secuencia no salta niveles (no pones OSCP antes de tener base de Partes 6–8) y cada credencial está justificada con su parte de sustento.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"Voy directo al OSCP sin base" — Falta de fundamentos; refuerza Partes 6–9 y haz eJPT 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CISSP me rechazó el endorsement" — No cumples 5 años de experiencia; quedas como Associate hasta acumularla.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certificación caducó" — No registraste CEUs; agenda formación continua desde el día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"Gasté de más en materiales" — Compraste cursos redundantes; prioriza el material oficial y labs.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"Elegí una cert que no pide mi mercado" — No investigaste ofertas locales; revisa vacantes reales de tu región.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¿Security+ o directamente OSCP?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buscas empleo pronto o cumples requisitos DoD, Security+ primero. Si ya tienes base técnica sólida y buscas rol ofensivo, puedes ir a por OSCP tras un puente como eJPT.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CISSP sirve sin experiencia?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aprobar el examen, pero sin 5 años de experiencia serás Associate of (ISC)² hasta cumplirlos.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se tarda en el OSCP?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base previa, 3–6 meses de práctica intensiva. Sin base, más. Depende de tu dominio de las Partes 6–9.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certificaciones caducan?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Certification Roadmap: &lt;https://www.comptia.org/certifications&gt;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 PEN-200/OSCP: &lt;https://www.offsec.com/courses/pen-200/&gt;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CISSP: &lt;https://www.isc2.org/certifications/cissp&gt;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ISACA CISM/CISA: &lt;https://www.isaca.org/credentialing&gt;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GIAC/SANS: &lt;https://www.giac.org/&gt;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