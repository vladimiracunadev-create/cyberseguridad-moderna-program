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302 — Preparación OSCP: mentalidad Try Harder</a:t>
            </a:r>
          </a:p>
          <a:p>
            <a:r>
              <a:rPr sz="1600">
                <a:solidFill>
                  <a:srgbClr val="2E8B57"/>
                </a:solidFill>
              </a:rPr>
              <a:t>parte 16 capstones y preparacion de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Que el alumno interiorice la metodología y la mentalidad que exige el OSCP: enumeración exhaustiva, toma de notas disciplinada, gestión del tiempo bajo presión y persistencia ("Try Harder") sin caer en la frustración improductiva. No se trata de memorizar exploits, sino de tener un proceso repetible que funcione contra máquinas desconocidas.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una metodología de enumeración → explotación → escalada → documentación repetible.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Gestionar el tiempo de un examen de 24 h con un plan de puntos y rotación de objetivos.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Documentar cada paso con capturas y comandos para reconstruir el informe.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el "rabbit hole" y saber cuándo pivotar a otra máquina.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Preparar una plataforma de práctica progresiva hasta el nivel de examen.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Filosofía "Try Harder"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Metodología de enumeración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Gestión del tiempo y puntos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Toma de notas (CherryTree/Obsidian)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Escalada de privilegios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Reglas del examen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Plan de práctica progresiva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Try Harder: lema de OffSec que promueve la resolución autónoma. Característica: persistir con método, no repetir lo mismo esperando otro resultado.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Rabbit hole: pista falsa que consume horas sin resultado. Característica: reconocerlo pronto y pivotar.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Low-hanging fruit: vulnerabilidad fácil que da puntos rápidos. Característica: se caza con buena enumeración inicial.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Foothold: primer acceso a la máquina (usuario sin privilegios). Característica: paso previo a la escalada.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Privilege escalation: pasar de usuario a root/SYSTEM. Característica: se apoya en enumeración local (kernel, SUID, servicios, tokens).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Proof.txt / local.txt: banderas que prueban el compromiso. Característica: son la evidencia puntuable del examen.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Kali Linux actualizado (tu VM de la Clase 010 / equivalente).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Enumeración: nmap, autorecon, ffuf/gobuster, enum4linux-ng, nikto.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Escalada: linpeas.sh, winPEAS.exe, pspy, GTFOBins, LOLBAS.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Notas: CherryTree u Obsidian con plantilla por máquina (puertos, servicios, creds, PoC, escalada).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Plataformas de práctica autorizadas: HTB, Proving Grounds Play/Practice, TryHackMe.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Plantilla de informe (la reutilizarás en la Clase 303).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 la plantilla de notas. Crea en Obsidian un nodo por máquina con secciones: Recon, Servicios, Vulnerabilidades, Foothold, PrivEsc, Loot, Screenshots.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Enumeración de puertos. Lanza un escaneo completo: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-p- --min-rate 2000 -oN nmap-full.txt 10.10.10.10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-p 22,80,445 -sVC -oN nmap-serv.txt 10.10.10.10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Enumeración de servicios. Para HTTP: ffuf -u http://10.10.10.10/FUZZ -w /usr/share/wordlists/dirb/common.txt. Para SMB: enum4linux-ng 10.10.10.10.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el vector. Cruza versiones con searchsploit y valida manualmente antes de lanzar nada.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Consigue foothold. Obtén una shell de usuario; documenta el comando exacto y captura local.txt.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tu checklist de enumeración de una página (puertos → servicios → web → SMB → escalada).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Resuelve tres máquinas fáciles documentándolas con la plantilla completa.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tu regla de pivote: ¿cuántos minutos sin avance antes de cambiar de máquina?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Practica una escalada Linux por SUID y una Windows por servicio inseguro.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Cronometra una máquina de dificultad media y calcula tu ritmo de puntos/hora.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 mini-writeup de una máquina como si fuera para el informe.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Resuelve cinco máquinas de una plataforma autorizada (mezcla Linux/Windows, dificultad creciente) y entrega un cuaderno de notas con enumeración, foothold, escalada y capturas de banderas para cada una.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las 5 máquinas tienen local.txt y proof.txt capturados, cada nota permite reconstruir el ataque sin volver a la máquina, y al menos una escalada es de Windows y otra de Linux.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"Llevo 3 h en la misma máquina" — Rabbit hole; aplica tu regla de pivote y vuelve luego.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encuentro vector" — Enumeración incompleta; re-escanea todos los puertos y servicios.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"Perdí los comandos que usé" — Sin notas; nunca ejecutes sin registrar el paso.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"Metasploit me bloqueó puntos" — Uso más allá de lo permitido; conoce las reglas del examen.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me da el tiempo" — Falta de gestión; asigna presupuesto de horas por máquina.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¿Cuántas máquinas necesito resolver antes del examen?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hay número mágico, pero listas como TJ Null (HTB/PG) sugieren 40–60 máquinas variadas para consolidar patrones.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usar Metasploit en el examen?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de forma limitada (una máquina) y con restricciones. Domina las técnicas manuales.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evito bloquearme mentalmente?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Descansa, enumera de nuevo desde cero y verbaliza qué has probado. El bloqueo suele venir de asumir algo no verificado.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app de notas conviene?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Offensive Security PEN-200: &lt;https://www.offsec.com/courses/pen-200/&gt;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OSCP Exam Guide: &lt;https://help.offsec.com/hc/en-us/articles/360040165632&gt;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Georgia Weidman, Penetration Testing (No Starch Press).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HackTheBox: &lt;https://www.hackthebox.com/&gt;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GTFOBins: &lt;https://gtfobins.github.io/&gt; · LOLBAS: &lt;https://lolbas-project.github.io/&gt;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