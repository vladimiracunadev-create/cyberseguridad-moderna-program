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304 — Preparación CISSP: los 8 dominios</a:t>
            </a:r>
          </a:p>
          <a:p>
            <a:r>
              <a:rPr sz="1600">
                <a:solidFill>
                  <a:srgbClr val="2E8B57"/>
                </a:solidFill>
              </a:rPr>
              <a:t>parte 16 capstones y preparacion de certificaciones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Que el alumno obtenga un mapa completo de los 8 dominios del CISSP, entienda su peso relativo en el examen y la mentalidad "manager" que exige (pensar en riesgo y negocio antes que en la solución técnica), y elabore un plan de estudio con autoevaluación por dominio. El CISSP valida la capacidad de diseñar y gestionar un programa de seguridad, no de explotar sistemas.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Enumerar los 8 dominios del CBK y su peso porcentual aproximado.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Explicar la mentalidad "think like a manager" del examen.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Mapear cada dominio a las partes del programa que lo sustentan.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Autoevaluar su nivel por dominio con una matriz de brechas.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Diseñar un plan de estudio de 3–6 meses con hitos.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D1 Seguridad y gestión de riesgos (~15%)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D2 Seguridad de activos (~10%)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D3 Arquitectura e ingeniería (~13%)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D4 Seguridad de redes y comunicaciones (~13%)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D5 Gestión de identidad y acceso (~13%)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D6 Evaluación y pruebas de seguridad (~12%)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D7 Operaciones de seguridad (~13%)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CBK (Common Body of Knowledge): temario canónico de (ISC)². Característica: organizado en 8 dominios con pesos definidos.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CAT (Computer Adaptive Testing): formato del examen en inglés (100–150 preguntas). Característica: la dificultad se adapta a tus respuestas.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Due care vs due diligence: cuidado razonable frente a investigación previa. Característica: concepto clave y muy preguntado.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Risk = amenaza × vulnerabilidad × impacto: fórmula conceptual de riesgo. Característica: base del D1.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Defense in depth: capas de control redundantes. Característica: principio transversal a todos los dominios.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Endorsement: aval de 5 años de experiencia tras aprobar. Característica: sin él, quedas como Associate of (ISC)².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 (ejercicio de GRC)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 hay laboratorio técnico; el trabajo es de estudio y autoevaluación: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Guía oficial (CISSP Official Study Guide) y práctica de preguntas (bancos oficiales).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Una hoja de cálculo para la matriz de brechas por dominio.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Mapas mentales por dominio (herramienta como XMind o papel).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Tu registro de progreso de las Partes 1–15 para el mapeo.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(ejercicio aplicado)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Construye la tabla de los 8 dominios con su peso porcentual y 3 subtemas clave de cada uno.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Mapea a tu programa. Ejemplo: D4 ↔ Partes 2–3 (redes), D6 ↔ Partes 6–9 (testing), D7 ↔ Partes 10–13 (Blue Team/DFIR), D8 ↔ Parte 14 (DevSecOps).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Autoevalúate. Para cada dominio, puntúa tu dominio de 1 a 5 y anota la brecha.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Practica la mentalidad manager. Toma 5 preguntas de práctica y, para cada una, pregúntate: "¿cuál es la respuesta de gestión de riesgo, no la técnica inmediata?".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Estudia due care/due diligence y redacta un ejemplo propio de cada uno.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el plan. Asigna semanas por dominio priorizando tus brechas mayores.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Simula. Haz un test de práctica de 50 preguntas y calcula tu porcentaje por dominio.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Escribe la tabla de dominios con pesos y subtemas.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con tus palabras la diferencia entre due care y due diligence.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Mapea los 8 dominios a las partes del programa.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Resuelve 20 preguntas de práctica y clasifica tus fallos por dominio.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Redacta una política de clasificación de datos (D2) de una página.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una matriz de riesgo simple (probabilidad × impacto) para un activo.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Entrega una matriz de preparación CISSP (plan-cissp.md) con: los 8 dominios, tu autoevaluación (1–5) por dominio, la brecha identificada, el mapeo a partes del programa y un plan de estudio semanal de 3–6 meses.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los 8 dominios están cubiertos, cada uno tiene autoevaluación y plan, el mapeo a partes es coherente, y el plan prioriza las brechas mayores con fechas concretas.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"Respondo como técnico" — El CISSP pide mentalidad de gestión; elige la respuesta de riesgo/negocio.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"Memorizo sin entender" — El CAT castiga el memorismo; comprende los principios.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"No cubro todos los dominios" — Estudio desbalanceado; usa la matriz de brechas para equilibrar.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"Aprobé pero no me certifican" — Falta endorsement; necesitas 5 años de experiencia.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"Me confunden due care/diligence" — Concepto sutil; due diligence investiga, due care actúa.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¿Necesito experiencia para presentarme?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Puedes examinarte sin ella, pero para certificarte necesitas 5 años en 2+ dominios (o 4 con una titulación/certificación aprobada).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¿Cuánto tiempo de estudio?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 base técnica del programa, 3–6 meses enfocado en la mentalidad de gestión y los dominios débiles.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¿Es un examen técnico?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 en el sentido de comandos. Evalúa comprensión conceptual y toma de decisiones de riesgo.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¿Qué dominio pesa más?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(ISC)² CISSP: &lt;https://www.isc2.org/certifications/cissp&gt;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CISSP Exam Outline (dominios y pesos): &lt;https://www.isc2.org/certifications/cissp/cissp-certification-exam-outline&gt;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Chapple, Stewart, Gibson, CISSP Official Study Guide (Sybex).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 SP 800-53 (controles): &lt;https://csrc.nist.gov/pubs/sp/800/53/r5/upd1/final&gt;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ISO/IEC 27001: &lt;https://www.iso.org/standard/27001&gt;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