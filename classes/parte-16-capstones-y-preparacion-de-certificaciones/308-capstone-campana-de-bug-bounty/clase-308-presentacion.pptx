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308 — Capstone: campaña de bug bounty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campaña de bug bounty ética y estructurada: elegir un programa, leer y respetar su alcance, hacer reconocimiento eficiente, priorizar vectores de alto impacto, validar hallazgos con PoC reproducibles y redactar reportes aceptables que maximicen la probabilidad de triage positivo. Integra la Parte 6 (web/OWASP), la Parte 7 (recon) y la Parte 3 (redes), aplicándolas al mundo real dentro de un marco legal.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un programa y comprender su alcance y reglas.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un flujo de reconocimiento respetuoso con el scope.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vectores por impacto y probabilidad de recompensa.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un hallazgo con PoC mínima y no destructiva.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reporte con impacto, pasos de reproducción y remediación.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Plataformas y programas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Alcance y safe harbor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Reconocimiento (subdominios/assets)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Vectores de alto valor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PoC no destructiva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Reporte y CVSS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Duplicados y triage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Scope: activos y pruebas permitidas por el programa. Característica: fuera de él, todo está prohibido.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Safe harbor: cláusula que protege al investigador que actúa de buena fe dentro del scope. Característica: define tu cobertura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VDP (Vulnerability Disclosure Program): programa sin recompensa monetaria. Característica: bueno para practicar reputación.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 (Proof of Concept): demostración mínima del bug. Característica: reproducible y sin impacto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Triage: revisión del reporte por el equipo del programa. Característica: decide validez, severidad y duplicado.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Duplicado: bug ya reportado por otro. Característica: no se recompensa; la velocidad importa.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en una plataforma (HackerOne/Bugcrowd/Intigriti) y lectura del scope de un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Recon: subfinder, amass, httpx, nuclei, gau/waybackurls, ffuf.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Proxy: Burp Suite (Community/Pro) para interceptar y manipular.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Notas y capturas para el reporte; plantilla de reporte con secciones estándar.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laboratorio propio (PortSwigger Web Security Academy) para practicar técnicas antes de ir al programa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programa y lee el scope. Anota activos en scope, exclusiones, tipos de bug aceptados y el safe harbor.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pasivo. Enumera subdominios con subfinder/amass y resuélvelos con httpx (respetando scope):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subfinder -d ejemplo-en-scope.com -silent | httpx -silent -status-code -title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 superficie. Recolecta URLs históricas con gau/waybackurls y clasifícalas por funcionalidad (login, API, upload).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ligero. Corre nuclei con plantillas no intrusivas para detectar exposiciones conocidas.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vectores. Elige 2–3 clases de alto valor coherentes con la app: IDOR, SSRF, XSS almacenado, fallos de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manual con Burp. Intercepta, manipula parámetros y objetos; busca acceso a recursos ajenos (IDOR) o inyecciones.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 el scope de un programa real en una tabla (in/out, tipos aceptados).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flujo de recon y lista 10 activos en scope.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un IDOR y un XSS en PortSwigger Academy y documenta el PoC.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reporte completo de un bug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Puntúa dos hallazgos con CVSS y justifica la diferencia.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 reporte pobre para hacerlo "triable".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reporte de vulnerabilidad (reporte-bugbounty.md) de calidad profesional —basado en un hallazgo de laboratorio (PortSwigger/tu app) o, si aplica, de un programa dentro de scope— con: resumen, activo afectado, pasos de reproducción numerados, PoC no destructiva, CVSS e impacto de negocio y remediación. Incluye una nota de scope/ética.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los pasos de reproducción los puede seguir un tercero sin ambigüedad, la PoC no es destructiva ni exfiltra datos reales, el CVSS es coherente con el impacto, y hay una declaración explícita de que se actuó dentro de scope.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 banearon del programa" — Probaste fuera de scope; lee y respeta el alcance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"Marcaron mi bug como duplicado" — Alguien reportó antes; mejora recon y velocidad, no te desanimes.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"Rechazaron por 'informativo'" — Falta impacto demostrable; refuerza el PoC y el impacto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reporte no se entiende" — Pasos vagos; numera cada acción y añade capturas.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"nuclei tumbó el servicio" — Escaneo intrusivo; usa plantillas suaves y respeta rate limits.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Burp Pro?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para empezar. Burp Community y las herramientas abiertas bastan para muchos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exfiltrar datos para probar el impacto?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Demuestra el acceso con un objeto propio o una prueba mínima; nunca extraigas datos reales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practico sin riesgo legal?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Web Security Academy y laboratorios propios. Aplica en programas reales solo dentro de scope.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duplicados?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WSTG: &lt;https://owasp.org/www-project-web-security-testing-guide/&gt;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Web Security Academy: &lt;https://portswigger.net/web-security&gt;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HackerOne: &lt;https://www.hackerone.com/&gt; · Bugcrowd: &lt;https://www.bugcrowd.com/&gt;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Vickie Li, Bug Bounty Bootcamp (No Starch Press).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ProjectDiscovery (subfinder/httpx/nuclei): &lt;https://github.com/projectdiscovery&gt;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