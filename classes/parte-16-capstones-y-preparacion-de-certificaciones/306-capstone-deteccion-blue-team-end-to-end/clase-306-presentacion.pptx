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306 — Capstone: detección Blue Team end-to-end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capacidad de detección Blue Team end-to-end: instrumentar hosts y red, centralizar logs en un SIEM, escribir reglas de detección, generar alertas y medir la cobertura ATT&amp;CK frente a la operación Red Team de la Clase 305. Integra las Partes 10 (SIEM/logging), 11 (threat hunting) y 12 (IR) en un proyecto verificable que demuestra que "ves" al adversario.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hosts Windows/Linux con telemetría útil (Sysmon, auditd).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Centralizar logs en un SIEM (Elastic/Wazuh) y normalizarlos.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de detección (Sigma) y desplegarlas.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Cazar técnicas concretas del ataque Red Team y validar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cobertura de detección con ATT&amp;CK Navigator.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Telemetría de host (Sysmon/auditd)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Centralización en SIEM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Sigma y despliegue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Threat hunting (Parte 11)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Alertas y triage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Cobertura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(MTTD, FP 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Sysmon: sensor de eventos de Windows (procesos, red, hashes). Característica: telemetría rica y configurable por XML.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SIEM: plataforma de agregación y correlación de logs. Característica: centraliza y permite búsquedas.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Sigma: firma de detección en YAML agnóstica del SIEM. Característica: se traduce a la query nativa del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proporción de técnicas que sabes detectar. Característica: se visualiza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hasta detectar. Característica: métrica clave de un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alerta sin amenaza real. Característica: erosiona la confianza; hay que ajustar reglas.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 de laboratorio: Wazuh o Elastic Stack (Elasticsearch + Kibana).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Telemetría: Sysmon con una config de referencia (SwiftOnSecurity/Olaf Hartong) y auditd en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Sigma + sigmac/sigma-cli, reglas de la comunidad.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Datos: los eventos generados por el capstone Red Team (Clase 305).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el mapa de cobertura.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Instrumenta. Despliega Sysmon con una config de referencia en los hosts Windows y auditd con reglas clave en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Centraliza. Instala Wazuh/Elastic y envía los logs de todos los hosts; verifica la ingesta en Kibana.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Normaliza. Comprueba que campos clave (proceso, línea de comandos, hash, usuario) llegan parseados.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reglas Sigma. Importa reglas para técnicas del ataque (p. ej. T1059 ejecución por línea de comandos, T1003 volcado de credenciales, T1021 movimiento lateral).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ataque. Vuelve a lanzar (o usa los logs de) la operación Red Team de la Clase 305.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detecciones. Confirma qué técnicas generaron alerta y cuáles pasaron desapercibidas.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 lo no detectado. Para las técnicas sin alerta, escribe una query de hunting y, si procede, una regla nueva.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Sigma para detección de mimikatz/volcado de LSASS.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una regla ruidosa para reducir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dashboard con las alertas por técnica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cobertura antes y después de añadir 3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query de hunting para movimiento lateral por SMB.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MTTD de tres técnicas del ataque.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detección Blue Team (informe-blueteam.md) con: arquitectura de telemetría y SIEM, al menos 5 reglas Sigma desplegadas, la validación contra el ataque de la Clase 305, un mapa de cobertura ATT&amp;CK (Navigator) y un plan para cerrar los gaps ciegos.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menos 5 técnicas del ataque están detectadas y evidenciadas con capturas de alerta, el mapa de cobertura distingue detectado/visible/ciego, y hay reglas nuevas escritas para al menos 2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llegan logs al SIEM" — Agente/forwarder mal configurado; revisa conectividad e índices.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"Sysmon no captura línea de comandos" — Config mínima; usa una config de referencia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"Demasiadas alertas" — Reglas sin ajustar; añade excepciones y umbrales.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regla Sigma no traduce" — Backend incorrecto en sigmac; especifica el SIEM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detecto nada del ataque" — Telemetría incompleta; verifica qué eventos genera cada técnica.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¿Wazuh o Elastic?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es más rápido de montar y trae reglas; Elastic es más flexible. Cualquiera vale para el capstone.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config de Sysmon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la de SwiftOnSecurity u Olaf Hartong y ajústala; evita la config por defecto (casi vacía).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priorizo qué detectar?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las técnicas que usaste en la Clase 305 y por las de mayor impacto (ejecución, credenciales, persistencia).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¿Detección al 100%?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ATT&amp;CK®: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Sigma: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Wazuh: &lt;https://wazuh.com/&gt; · Elastic Security: &lt;https://www.elastic.co/security&gt;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(Sysinternals): &lt;https://learn.microsoft.com/sysinternals/downloads/sysmon&gt;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The Practice of Network Security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