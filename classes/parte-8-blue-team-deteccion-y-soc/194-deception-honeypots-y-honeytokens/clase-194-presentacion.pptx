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194 — Deception: honeypots y honeytokens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engaño (deception) como fuente de detección de altísima fidelidad: honeypots, honeytokens y cuentas trampa que nadie legítimo debería tocar, de modo que cualquier interacción es, por definición, sospechosa. Aprenderás a desplegar señuelos, a colocar honeytokens en lugares estratégicos y a alertar sobre su uso.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honeypots de baja y alta interacción, honeytokens y honeynets.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 honeypot de laboratorio y recolectar sus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Colocar honeytokens (credenciales, archivos, canary tokens) estratégicamente.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alertas de alta fidelidad ante cualquier interacción con el señuelo.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las señales de deception en el SIEM y el flujo del SOC.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Deception como estrategia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Honeypots de baja vs alta interacción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Honeytokens y canary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Cuentas y credenciales trampa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Honeynets y engaño distribuido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Colocación estratégica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Alertas de alta fidelidad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Honeypot: sistema señuelo sin propósito productivo, diseñado para ser sondeado. Característica: toda interacción es sospechosa por definición.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Baja interacción: emula servicios (banners, puertos) sin un SO real. Característica: seguro y fácil, datos limitados.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Alta interacción: SO/servicios reales controlados. Característica: datos ricos, mayor riesgo de ser abusado.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Honeytoken: dato-cebo (credencial, archivo, URL, registro) cuya sola invocación dispara alerta. Característica: no requiere un host dedicado.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Canary token: honeytoken que "avisa" al abrirse (documento, DNS, AWS key). Característica: telemetría de alta fidelidad y despliegue trivial.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trampa: usuario de AD atractivo (p. ej. "adminbackup") que nadie debe usar. Característica: cualquier logon con ella es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Honeynet: red de honeypots interconectados. Característica: observa movimiento lateral del atacante.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 y segmentado: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T-Pot o honeypots individuales (Cowrie para SSH/Telnet, Dionaea para malware).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Canarytokens (proyecto open source de Thinkst) para tokens de documento, DNS y AWS.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trampa en tu AD de laboratorio con auditoría de logon.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para centralizar las alertas de los señuelos.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Aísla los honeypots del resto de la red para que, si son comprometidos, no sirvan de trampolín.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Siembra señuelos y escucha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 honeypot SSH. Levanta Cowrie en una VM aislada; confirma que registra intentos de login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Segmenta. Coloca el honeypot en una VLAN aislada con salida controlada para que no pueda pivotar.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canary token. Crea un documento Word/Excel con Canarytokens y colócalo con un nombre atractivo ("nóminas2026.xlsx").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cuenta trampa. En el AD de laboratorio, añade "svcbackupadmin" con auditoría de logon y sin uso legítimo.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el intruso. Desde otra VM, sondea el honeypot, abre el documento cebo y usa la cuenta trampa.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las alertas. Confirma que cada interacción genera una señal: eventos de Cowrie, aviso del canary token, 4624/4625 de la cuenta trampa.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en el SIEM. Enruta todas estas señales a una regla de máxima prioridad ("cualquier toque = incidente").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honeypot de baja y alta interacción con pros/contras.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colocación de 3 honeytokens en una red corporativa típica.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cuenta trampa y su regla de alerta de máxima prioridad.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las señales de deception tienen tan pocos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3 riesgos de un honeypot mal segmentado y su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canary token para detectar acceso no autorizado a un repositorio.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al menos dos mecanismos de deception (p. ej. un honeypot y un honeytoken/cuenta trampa) e intégralos al SIEM con alertas de alta prioridad. Criterio de aceptación: cada interacción simulada dispara una alerta de máxima prioridad en el SIEM identificando origen y señuelo tocado, y el honeypot está segmentado de forma que no pueda usarse como pivote hacia el resto de la 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honeypot se usa como trampolín — Mala segmentación; aíslalo en VLAN sin acceso lateral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en cuenta trampa — Un escáner de inventario la tocó; excluye esas herramientas o ajusta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ve las alertas del canary — No integradas al SIEM/notificación; enruta a máxima prioridad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Honeytokens demasiado obvios — Nombres poco creíbles; imita la nomenclatura real de la empresa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Deception olvidada — Señuelos caducan (credenciales rotan); revisa y renueva periódicamente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deception reemplaza a las detecciones normales?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una capa complementaria de altísima fidelidad. Detecta a quien ya está dentro y explorando, pero no ve todo; se combina con SIEM, EDR y hunting.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¿No es peligroso poner un honeypot?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está mal segmentado. Un honeypot aislado, con salida controlada, es seguro. El riesgo aparece cuando puede pivotar hacia la red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honeytokens requieren infraestructura?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nada. Un canary token es un archivo, una URL o una clave que avisa al usarse. Es de las detecciones más baratas y efectivas que existen.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R. The Practice of Network Security Monitoring.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Canarytokens (Thinkst) — &lt;https://canarytokens.org/&gt;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Cowrie SSH/Telnet honeypot — &lt;https://github.com/cowrie/cowrie&gt;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T-Pot honeypot platform — &lt;https://github.com/telekom-security/tpotce&gt;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Engage (deception framework) — &lt;https://engage.mitre.org/&gt;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