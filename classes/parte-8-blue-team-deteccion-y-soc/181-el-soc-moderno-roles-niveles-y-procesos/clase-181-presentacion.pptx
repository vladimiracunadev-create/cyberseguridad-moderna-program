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181 — El SOC moderno: roles, niveles y procesos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Security Operations Center (SOC) moderno: cómo se organiza en niveles (L1/L2/L3), qué roles lo componen, cómo fluye una alerta desde que se genera hasta que se cierra, y qué modelos operativos existen (interno, MSSP, híbrido). Al final tendrás un mapa mental del ecosistema defensivo sobre el que se apoya toda la Parte 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los roles clave de un SOC y sus responsabilidades.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ciclo de vida de una alerta (triaje → investigación → escalado → respuesta → cierre).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los modelos SOC interno, MSSP, virtual e híbrido según necesidad.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conceptos de MTTD y MTTR para razonar sobre el rendimiento del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Situar cada herramienta (SIEM, EDR, SOAR, TIP) dentro del flujo operativo.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Definición y misión del 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Niveles L1/L2/L3 y funciones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Roles: analista, hunter, ingeniero de detección, IR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Ciclo de vida de una alerta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Modelos operativos (interno/MSSP/híbrido)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Runbooks y playbooks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Métricas base (MTTD, MTTR, dwell time)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(Security Operations Center): equipo y plataforma que monitorea, detecta, investiga y responde a amenazas de forma continua. Característica clave: opera con procesos definidos, no ad hoc.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Analista L1 (triage): primer filtro; clasifica alertas, descarta falsos positivos evidentes y escala lo que merece investigación. Característica: alto volumen, decisiones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Analista L2 (investigación): profundiza, correlaciona múltiples fuentes y determina alcance. Característica: pivota entre telemetría de red, endpoint e identidad.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L3 / Threat Hunter / Ingeniero de detección: caza proactiva, crea y afina detecciones, lidera incidentes complejos. Característica: trabaja por hipótesis, no solo por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(Mean Time To Detect): tiempo medio desde el compromiso hasta la detección. Cuanto menor, menos daño.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Respond): tiempo medio hasta contener/erradicar. Mide la eficacia de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Dwell time: tiempo que el atacante permanece sin ser detectado. Métrica reina del blue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necesitas software ofensivo en esta clase; es conceptual y de diseño. Prepara: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editor de diagramas (draw.io / Excalidraw) para modelar el flujo de alertas.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hoja de cálculo para tu matriz RACI de 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Acceso al catálogo de MITRE ATT&amp;CK (attack.mitre.org) para familiarizarte con el vocabulario.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revisa la documentación de un SIEM (Splunk, Elastic) para ubicar dónde encaja en 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 que todo laboratorio práctico posterior se hace en un entorno propio y aislado.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Diseña tu SOC en papel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 de arquitectura organizativa (no ofensivo):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alcance. Imagina una empresa de 500 empleados, un data center pequeño y nube (Microsoft 365 + AWS). Anota qué activos son críticos.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el modelo operativo. Justifica interno vs MSSP vs híbrido según presupuesto y madurez. Documenta 3 pros y 3 contras.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de una alerta. Desde que Sysmon/EDR genera un evento hasta que se cierra el ticket. Marca los puntos de escalado L1→L2→L3.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matriz RACI. Para 5 actividades (triaje, hunting, creación de reglas, respuesta a incidentes, reporte a dirección) asigna Responsible/Accountable/Consulted/Informed.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la cobertura. Decide 8x5 vs 24x7 y calcula la ventana de exposición nocturna/fin de semana. Propón una mitigación (on-call, MSSP nocturno).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la pila de herramientas. Ubica SIEM, EDR, SOAR, TIP y ticketing en el flujo del paso 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descripción de puesto (3 responsabilidades) de un analista L1 y de un ingeniero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runbook de 6 pasos para una alerta de "inicio de sesión imposible" (geografía incompatible).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MTTD y dwell time con un ejemplo numérico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el criterio de escalado L1→L2 con 3 condiciones objetivas.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cuándo un MSSP es mala idea para una organización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una métrica que un mal SOC podría manipular y explica cómo evitar el gaming.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documento de 1–2 páginas con: (a) organigrama del SOC con roles, (b) diagrama del ciclo de vida de la alerta, (c) matriz RACI, (d) 4 métricas con su fórmula. Criterio de aceptación: el flujo de alerta muestra al menos un punto de escalado y un punto de cierre con documentación, y cada rol del organigrama aparece como "Responsible" de al menos una actividad en la RACI.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analistas hacen de todo — Falta separación L1/L2/L3; define niveles y criterios de escalado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MTTR baja pero incidentes reincidentes — Se cierra rápido sin erradicar causa raíz; añade métrica de reincidencia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Cola de alertas siempre saturada — Exceso de falsos positivos; prioriza afinar reglas antes que contratar 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Nadie es dueño de las detecciones — No hay ingeniero de detección; asigna el rol formalmente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 24x7 pero apagado los findes — Cobertura mal diseñada; documenta on-call o MSSP suplementario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un SOC 24x7 desde el día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Empieza con 8x5 y on-call, mide tu ventana de exposición y crece según el riesgo real. Un 24x7 mal dotado es peor que un 8x5 bien afinado.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¿SIEM y SOC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SIEM es una herramienta; el SOC es el equipo y los procesos que la usan (junto con EDR, SOAR, hunting,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diferencia entre threat hunting y monitoreo de alertas?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monitoreo reacciona a lo que una regla ya disparó; el hunting busca proactivamente lo que ninguna regla detectó, partiendo de hipótesis.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Murdoch, D. Blue Team Handbook: SOC, SIEM, and Threat Hunting Use Cases.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SANS, "Building a World-Class Security Operations Center" (whitepaper).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800-61r2, Computer Security Incident Handling Guide — &lt;https://csrc.nist.gov/pubs/sp/800/61/r2/final&gt;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