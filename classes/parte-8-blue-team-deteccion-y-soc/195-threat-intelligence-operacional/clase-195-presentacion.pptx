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195 — Threat intelligence operacional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la inteligencia de amenazas (threat intelligence) en detección y decisiones, no en un feed que nadie lee. Aprenderás a distinguir los niveles de intel (estratégica, operacional, táctica), a gestionar IOCs con una plataforma (MISP/OpenCTI), a puntuar su valor y a operacionalizarlos en el SIEM sin ahogarte en indicadores caducos.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los niveles de threat intelligence y sus consumidores.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inteligencia (dirección → recolección → análisis → difusión).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IOCs y TTPs con MISP/OpenCTI y estándares STIX/TAXII.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Operacionalizar intel en detecciones sin degradar la señal.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calidad y caducidad de una fuente de intel.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Niveles de intel (estratégica/operacional/táctica)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inteligencia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IOCs vs IOAs vs 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STIX/TAXII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MISP y OpenCTI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Scoring y caducidad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Operacionalización en SIEM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intelligence: conocimiento sobre amenazas que informa decisiones. Característica: debe ser accionable y contextual, no un simple listado.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 estratégica: tendencias y riesgos para la dirección. Característica: horizonte largo, lenguaje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 operacional: campañas y actores concretos. Característica: guía la priorización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 táctica: IOCs y TTPs concretos. Característica: se consume en el SIEM/EDR de forma directa.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(Indicator of Compromise): artefacto observable de un ataque (hash, IP, dominio). Característica: fácil de operacionalizar, pero volátil (base de la pirámide del dolor).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STIX/TAXII: formato y protocolo estándar para representar e intercambiar intel. Característica: interoperabilidad entre plataformas.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TIP (Threat Intelligence Platform): software para agregar, enriquecer y distribuir intel (MISP, OpenCTI). Característica: gestiona ciclo de vida y scoring de indicadores.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o OpenCTI desplegado en laboratorio (Docker) como TIP.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Feeds abiertos (p. ej. abuse.ch, listas OSINT) para poblar la plataforma.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Conector STIX/TAXII hacia tu SIEM para consumir indicadores.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con capacidad de lookups/threat match (Splunk, Elastic Threat Intel).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únicamente feeds y fuentes públicas o autorizadas; no distribuyas intel sensible fuera de su marco de compartición (TLP).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De feed a detección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 TIP. Despliega MISP/OpenCTI en Docker y accede al panel.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Ingesta feeds. Habilita 2–3 feeds abiertos (p. ej. listas de C2/malware de abuse.ch) y sincroniza.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Enriquece un evento. Toma un IOC de la clase 193 (dominio de tu beacon de laboratorio) y créalo como indicador con su contexto y TLP.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Puntúa y caduca. Asigna un score y una fecha de expiración; revisa cómo la plataforma degrada indicadores viejos.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 al SIEM. Configura el consumo STIX/TAXII y un lookup de threat match sobre tráfico de red/DNS.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con intel. Genera tráfico hacia un indicador de la lista y confirma que el SIEM lo marca.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por TTP. Mapea la campaña asociada a técnicas ATT&amp;CK y compárala con tu cobertura (clase 187).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5 piezas de intel en estratégica/operacional/táctica.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los IOCs caducan y cómo gestionarlo con scoring.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flujo del ciclo de inteligencia para tu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lookup de threat match y prueba un hit.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MISP y OpenCTI en modelo de datos y casos de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semáforo TLP y cuándo se puede compartir cada nivel.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Operacionaliza un conjunto de indicadores desde tu TIP hasta una detección funcional en el SIEM, con scoring y caducidad definidos. Criterio de aceptación: un evento de tu laboratorio que coincide con un indicador dispara una alerta enriquecida con el contexto de la intel (fuente, TLP, campaña/ATT&amp;CK), y demuestras que un indicador caducado deja de generar ruido.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Miles de falsos positivos por IOCs — Feeds sin scoring/caducidad; filtra por fiabilidad y expira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 que nadie usa — Se acumula sin operacionalizar; cierra el ciclo hacia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Hits sin contexto — Falta enriquecimiento; añade campaña, TTP y TLP al indicador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Compartes intel sensible — Ignoras el TLP; respeta el marco de compartición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IOCs, nunca TTPs — Detección frágil; sube en la pirámide del dolor hacia comportamiento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¿Más feeds = más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Feeds sin curar generan ruido y falsos positivos. Vale más un puñado de fuentes fiables, puntuadas y caducadas que un torrente de IOCs muertos.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intel táctica (IOCs) basta?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útil pero volátil: el atacante cambia hash e IP en segundos. Complétala con intel operacional y TTPs, que son mucho más duraderos de detectar.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el TLP?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Traffic Light Protocol clasifica cuánto puedes difundir una información (RED/AMBER/GREEN/CLEAR). Respetarlo es clave para participar en comunidades de compartición.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Project — &lt;https://www.misp-project.org/&gt;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OpenCTI — &lt;https://www.opencti.io/&gt;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OASIS STIX/TAXII — &lt;https://oasis-open.github.io/cti-documentation/&gt;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FIRST, Traffic Light Protocol (TLP) — &lt;https://www.first.org/tlp/&gt;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