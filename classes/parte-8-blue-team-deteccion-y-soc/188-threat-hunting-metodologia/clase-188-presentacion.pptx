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188 — Threat hunting: metodología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cazar amenazas de forma proactiva: buscar en la telemetría lo que ninguna alerta disparó, partiendo de hipótesis fundadas en ATT&amp;CK y en la inteligencia de amenazas. Aplicarás un ciclo repetible (hipótesis → investigación → hallazgo → nueva detección) y evitarás el "hunting" improvisado que no deja aprendizaje.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Formular hipótesis de caza accionables y medibles.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hunting y el modelo de madurez de caza (HMM).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marco TaHiTI/PEAK para estructurar una cacería.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hallazgos de hunting en detecciones automatizadas.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una cacería de forma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(y qué no es) el hunting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Hunting basado en hipótesis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Modelo de madurez de caza (HMM)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Marcos TaHiTI y PEAK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Fuentes de hipótesis (ATT&amp;CK, intel, anomalías)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Baselining y análisis de outliers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 hallazgo a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hunting: búsqueda proactiva e iterativa de amenazas que evadieron los controles automáticos. Característica: parte de una hipótesis, no de una alerta.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Hipótesis de caza: afirmación comprobable sobre actividad adversaria posible en el entorno. Característica: concreta, ligada a datos disponibles y a una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Hunting Maturity Model (HMM): escala de HM0 (solo alertas) a HM4 (caza automatizada). Característica: mide la capacidad del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TaHiTI: metodología de hunting dirigida por inteligencia de amenazas (Targeted Hunting integrating Threat Intelligence). Característica: enlaza intel con abuso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PEAK: marco moderno (Prepare, Execute, Act with Knowledge) para cacerías de hipótesis, baseline y ML. Característica: estructura y documenta el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Baseline: modelo de lo normal en el entorno. Característica: sin él, no se distingue lo anómalo.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(Splunk/Elastic) con telemetría de endpoint y red de clases previas.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Jupyter Notebook o un documento estructurado para registrar la cacería.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para generar actividad de prueba que después "cazarás" (en laboratorio propio).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catálogo ATT&amp;CK como fuente de hipótesis.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ejecución de técnicas para practicar la caza se realiza en tu entorno aislado y autorizado.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Una cacería de principio a fin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(PEAK). Elige una técnica: T1053.005 (Scheduled Task/Job). Formula la hipótesis: "un adversario ha creado tareas programadas para persistir en algún host".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datos y ámbito. Identifica la telemetría (Sysmon Event ID 1/schtasks, Security 4698) y el rango temporal (últimos 7 días).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baseline. Lista las tareas programadas legítimas y sus creadores habituales para separar ruido de señal.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la búsqueda. En el SIEM, filtra creaciones de tareas y agrupa por host, usuario y binario invocado; ordena por rareza.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outliers. Para las tareas raras, pivota: ¿qué proceso las creó?, ¿hay conexión de red asociada?, ¿el binario está firmado?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actividad de control. Con Atomic Red Team lanza una técnica de tarea programada y confirma que tu búsqueda la habría encontrado.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Capitaliza. Convierte la búsqueda en una regla Sigma/alerta para automatizar la detección a futuro.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3 hipótesis de caza a partir de técnicas ATT&amp;CK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Sitúa a tu SOC en el HMM y define el paso para subir un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baseline de procesos que hacen conexiones salientes.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cacería de "living off the land" (LOLBins) y sus 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hallazgo de caza en una regla Sigma.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3 métricas de éxito de una cacería.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cacería completa documentada (hipótesis, datos, consultas, hallazgos y detección resultante) sobre una técnica ATT&amp;CK a tu elección. Criterio de aceptación: la actividad de control que generas con Atomic Red Team aparece en tus resultados de caza, distinguible de la baseline, y entregas una detección nueva (Sigma o saved search) derivada del hallazgo.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"Cazar" abriendo dashboards al azar — Falta hipótesis; empieza siempre por una pregunta comprobable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parece sospechoso — No hay baseline; modela lo normal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que no se reutilizan — No capitalizas; convierte cada caza en detección o baseline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Cacerías irreproducibles — Sin documentación; registra consultas y decisiones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Nunca encuentras nada — Datos insuficientes o hipótesis inverosímil; ajusta telemetría o pregunta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hunting requiere herramientas caras?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Requiere buena telemetría, hipótesis y método. Con un SIEM open source y Sysmon ya puedes cazar; la madurez viene del proceso, no del precio.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¿Cazar es buscar sin saber qué?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contrario. Sin hipótesis no es caza, es navegación aleatoria. La hipótesis enfoca el esfuerzo y hace medible el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cacería debe encontrar un atacante?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Una cacería "sin hallazgo" es valiosa: valida controles, mejora baselines y suele revelar higiene o puntos ciegos que corregir.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R. The Practice of Network Security Monitoring.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Bianco, D. "The Hunting Maturity Model" — &lt;http://detect-respond.blogspot.com/&gt;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SURFcert, TaHiTI Threat Hunting Methodology.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Splunk, PEAK Threat Hunting Framework — &lt;https://www.splunk.com/enus/blog/security/peak-threat-hunting-framework.html&gt;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