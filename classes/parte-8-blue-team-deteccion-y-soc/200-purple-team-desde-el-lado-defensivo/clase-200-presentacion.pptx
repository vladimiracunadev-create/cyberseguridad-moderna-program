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200 — Purple team desde el lado defensivo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Cerrar la parte uniendo ataque y defensa: el purple team es la colaboración deliberada entre red y blue para validar y mejorar la detección de forma iterativa. Desde el lado defensivo, aprenderás a diseñar ejercicios de emulación de adversario, a ejecutar técnicas de forma controlada (Atomic Red Team, Caldera), a medir qué detectas y a cerrar cada hueco con una detección nueva.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propósito y el flujo de un ejercicio purple team.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Planificar una emulación de adversario basada en ATT&amp;CK e intel.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técnicas controladas con Atomic Red Team y Caldera.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cobertura de detección (detectado / prevenido / no visto).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Cerrar el bucle creando o afinando detecciones por cada hueco.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el purple team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Emulación vs simulación de adversario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Planificación basada en ATT&amp;CK e intel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Atomic Red Team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Caldera y emulación encadenada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Scorecard de detección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Cierre del bucle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Purple team: ejercicio colaborativo donde red ejecuta técnicas y blue mide y mejora la detección en tiempo real. Característica: objetivo compartido de subir la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Emulación de adversario: reproducir el comportamiento de un actor real (sus TTPs) de forma fiel. Característica: guiada por intel de un grupo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Team: biblioteca de pruebas pequeñas y atómicas, una por técnica ATT&amp;CK. Característica: rápidas, granulares y reproducibles.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Caldera: plataforma de MITRE para emulación automatizada y encadenada. Característica: ejecuta operaciones completas con agentes.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Scorecard de detección: matriz de resultados por técnica (prevenido/detectado/registrado/no visto). Característica: comunica la cobertura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Cierre del bucle: crear/afinar una detección por cada hueco hallado. Característica: convierte el ejercicio en mejora permanente.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Cadencia: frecuencia de los ejercicios purple. Característica: el valor está en la repetición, no en un evento aislado.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laboratorio aislado con la telemetría de toda la parte: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 para pruebas por técnica.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Caldera para emulación encadenada con agentes.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stack de detección completo: Sysmon, SIEM (Splunk/Elastic/Wazuh), reglas Sigma, EDR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 para la scorecard.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plantilla de ejercicio (objetivo, técnicas, resultados, mejoras).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las emulaciones exclusivamente contra tus propios sistemas y documenta el alcance antes de empezar.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Un ciclo purple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Planifica. Elige un grupo de amenaza relevante (de la página Groups de ATT&amp;CK) y selecciona 8–10 técnicas suyas a emular.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la scorecard. Crea una capa de Navigator con esas técnicas y un estado inicial "por probar".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pruebas atómicas. Con Atomic Red Team, lanza cada técnica en el host de laboratorio (p. ej. T1059.001, T1053.005, T1105).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la detección. Para cada una, comprueba en el SIEM/EDR si fue prevenida, detectada, solo registrada o no vista.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Encadena con Caldera. Lanza una operación que combine varias técnicas en secuencia y observa si detectas la cadena, no solo pasos sueltos.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Puntúa. Colorea la scorecard: verde detectado, amarillo solo registrado, rojo no visto.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Cierra huecos. Por cada técnica no vista o solo registrada, crea/afina una detección (Sigma) y vuelve a probar hasta que dispare.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 un grupo ATT&amp;CK y justifica por qué emularlo en tu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3 pruebas atómicas y clasifica su resultado (prevenido/detectado/no visto).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operación encadenada en Caldera con 4 técnicas.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scorecard de detección en Navigator.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Cierra un hueco creando una detección nueva y revalidándola.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la cadencia y el alcance de un programa purple trimestral.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ciclo purple completo sobre al menos 8 técnicas: emúlalas, puntúa la cobertura, cierra los huecos con detecciones nuevas y revalida. Criterio de aceptación: entregas una scorecard antes/después que muestra una mejora medible de cobertura, cada técnica inicialmente "no vista" acaba con una detección que dispara al re-ejecutarla, y todo el ejercicio está documentado con su alcance y ejecutado en tu entorno autorizado.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Purple se vuelve competición red vs blue — Falta objetivo común; enfócalo en mejorar cobertura juntos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Detectas pasos sueltos pero no la cadena — Solo pruebas atómicas; encadena con Caldera para ver el flujo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sin mejoras posteriores — No cierras el bucle; crea una detección por cada hueco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Emulación poco realista — Técnicas al azar; guíate por un grupo y su intel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hace una vez y se abandona — Purple es programa, no evento; define cadencia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¿En qué se diferencia purple de red team?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red team busca objetivos con sigilo y evalúa la resistencia global; el purple es colaborativo y transparente, optimizado para medir y mejorar detecciones técnica por técnica. Se complementan.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¿Atomic o Caldera?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Ambos. Atomic valida técnicas individuales con rapidez; Caldera emula operaciones encadenadas y adversarios completos. Empieza por atómicas y escala a escenarios.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¿Con qué frecuencia hacer purple?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Como programa continuo: ciclos regulares (p. ej. mensuales/trimestrales) que revalidan cobertura y cierran huecos. Un solo ejercicio da una foto; la cadencia da mejora sostenida.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y Groups — &lt;https://attack.mitre.org/groups/&gt;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 — &lt;https://github.com/redcanaryco/atomic-red-team&gt;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Caldera — &lt;https://caldera.mitre.org/&gt;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Navigator — &lt;https://mitre-attack.github.io/attack-navigator/&gt;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Murdoch, D. Blue Team Handbook: SOC, SIEM, and Threat Hunting Use Cases.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