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184 — Splunk para detección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fundamentos del lenguaje de búsqueda de Splunk (SPL) aplicado a detección: filtrar, transformar, agregar y correlacionar eventos para construir búsquedas de detección y alertas programadas. Splunk es uno de los SIEM más extendidos; saber consultarlo con soltura es una habilidad central del analista de SOC.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búsquedas SPL con filtros, stats, eval y where.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detecciones basadas en umbrales, agregaciones y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tstats y modelos de datos para búsquedas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alertas (saved searches) con acciones y throttling.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Notable Event de Splunk Enterprise Security a nivel conceptual.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búsqueda SPL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Comandos de filtrado y campos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stats, eval, where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tstats y modelos de datos (CIM)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por umbral vs anomalía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Saved searches y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Lookups y enriquecimiento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 (Search Processing Language): lenguaje de consulta de Splunk basado en tuberías (|). Característica: componible, cada comando transforma el resultado del anterior.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stats: agrega eventos por campos (count by user). Característica: pieza central para líneas base y umbrales.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tstats: consulta datos acelerados/indexados sin escanear eventos crudos. Característica: órdenes de magnitud más rápido.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CIM (Common Information Model): esquema de normalización de Splunk. Característica: permite escribir detecciones portables entre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Lookup: tabla externa (CSV/KV) para enriquecer (ej. lista de activos críticos). Característica: cruza eventos con contexto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Saved search / alert: búsqueda guardada que corre en horario y dispara acciones. Característica: soporta throttling para evitar spam de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Notable Event: alerta gestionable en Splunk ES con estado, propietario y urgencia. Característica: el objeto de trabajo del analista.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Enterprise Trial o Splunk Free en el Windows/Linux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muestra: la app Boss of the SOC (BOTS) de Splunk es un dataset público excelente para practicar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Universal Forwarder enviando tus Sysmon/Event Logs de la clase 182.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Splunk Security Essentials (app gratuita con ejemplos de detección mapeados a 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siempre sobre datos de laboratorio o el dataset 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Detecta con SPL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los datos. Búsqueda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index=main sourcetype=XmlWinEventLog EventCode=1 | head 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procesos raros. Línea base de procesos por host: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... EventCode=1 | stats count by Computer, Image | sort - count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ejecución sospechosa. Busca intérpretes lanzados por Office: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... EventCode=1 ParentImage="\\WINWORD.EXE" (Image="\\powershell.exe" OR Image="\\cmd.exe") | table time, Computer, ParentImage, Image, CommandLine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de autenticación. Con eventos 4625/4624: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búsqueda que liste los 10 dominios DNS más consultados por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regsvr32.exe o mshta.exe con conexión de red saliente.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línea base de horas de login por usuario y marca actividad fuera de horario.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eval para clasificar la severidad de un evento en alta/media/baja.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búsqueda lenta en una con tstats y mide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lookup de cuentas de servicio y suprime sus falsos positivos.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tres búsquedas SPL de detección con su explicación y una de ellas convertida en alerta programada con throttling. Criterio de aceptación: al menos una búsqueda detecta correctamente un patrón malicioso simulado en tu laboratorio (p. ej. Office→PowerShell) sin disparar con la actividad benigna de línea base, y la alerta guardada aparece en el listado de saved searches ejecutándose.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tarda minutos — Escaneas eventos crudos; usa tstats/modelos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stats no agrupa como esperas — Campo no extraído o mal nombrado; verifica con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 dispara sin parar — Falta throttling; añade supresión por 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vacíos pero hay datos — Rango de tiempo o índice equivocado; revisa el time picker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CommandLine truncado — Límite de campo; ajusta maxchars/truncation en props.conf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¿stats o transaction?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Prefiere stats: es mucho más eficiente. transaction solo cuando necesitas agrupar eventos por sesión con lógica de inicio/fin que stats no expresa bien.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Splunk ES para detectar?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aprender. Con Splunk core y saved searches ya construyes detecciones. ES aporta gestión de notables, correlación empaquetada y flujo de incidentes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el CIM?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una detección escrita contra campos CIM funciona sin importar el fabricante del log, evitando reescribir por cada fuente nueva.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Search Reference (SPL) — &lt;https://docs.splunk.com/Documentation/Splunk/latest/SearchReference&gt;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Boss of the SOC (BOTS) datasets — &lt;https://github.com/splunk/botsv3&gt;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Security Essentials — &lt;https://splunkbase.splunk.com/app/3435&gt;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Common Information Model — &lt;https://docs.splunk.com/Documentation/CIM&gt;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