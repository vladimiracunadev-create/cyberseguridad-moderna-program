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B3D2E"/>
                </a:solidFill>
              </a:rPr>
              <a:t>Clase 190 — Análisis de logs de Windows: Event Logs y Sysmon</a:t>
            </a:r>
          </a:p>
          <a:p>
            <a:r>
              <a:rPr sz="1600">
                <a:solidFill>
                  <a:srgbClr val="2E8B57"/>
                </a:solidFill>
              </a:rPr>
              <a:t>parte 8 blue team deteccion y soc</a:t>
            </a:r>
          </a:p>
          <a:p>
            <a:r>
              <a:rPr sz="1200">
                <a:solidFill>
                  <a:srgbClr val="22282E"/>
                </a:solidFill>
              </a:rPr>
              <a:t>Programa de Ciberseguridad Moderna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🎯 Objetivo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Dominar los Event Logs nativos de Windows y Sysmon como fuente central de detección de endpoint. Aprenderás qué Event IDs importan, cómo desplegar y afinar una configuración de Sysmon, y cómo construir detecciones sobre creación de procesos, línea de comandos, conexiones de red, carga de DLLs y manipulación de registro.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📚 Resultados de aprendizaje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 finalizar, el alumno podrá: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Identificar los Event IDs de seguridad más relevantes (4624, 4625, 4688, 4698, 4720…).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Desplegar y afinar una configuración de Sysmon para detección.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Interpretar los eventos Sysmon clave (1, 3, 7, 8, 11, 13, 22).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Habilitar y explotar el logging de PowerShell (ScriptBlock, Module).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Escribir detecciones sobre estos eventos y mapearlas a ATT&amp;CK.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🗺️ Temas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1 — Canales de Event Log de Windows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2 — Event IDs de autenticación (4624/4625)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3 — Creación de procesos (4688 vs Sysmon 1)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4 — Sysmon: eventos clave y config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5 — PowerShell logging (4103/4104)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6 — Persistencia (4698, 4657, Sysmon 12/13)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7 — Logon types y sesiones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📖 Definiciones y características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Event ID 4624/4625: logon exitoso/fallido. Característica: incluye Logon Type (2 interactivo, 3 red, 10 RDP) clave para el contexto.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Event ID 4688: creación de proceso nativa. Característica: con auditoría de línea de comandos habilitada, registra el CommandLine.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Sysmon Event 1 (Process Create): creación de proceso con hash, línea de comandos, proceso padre. Característica: más rico que 4688 y con integridad de linaje.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Sysmon Event 3 (Network Connection): conexión de red por proceso. Característica: asocia tráfico saliente al binario responsable.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Sysmon Event 11/12/13: creación de archivo y cambios de registro. Característica: detecta persistencia y drops.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Sysmon Event 22 (DNS Query): consulta DNS por proceso. Característica: base para detectar C2/DGA.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PowerShell 4104 (ScriptBlock): registra el bloque de script ejecutado, incluso ofuscado tras des-ofuscar. Característica: visibilidad crítica de ejecución.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🧰 Herramientas y preparación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Sysmon con una configuración base robusta (p. ej. la de SwiftOnSecurity o la de Olaf Hartong como punto de partida) adaptada a tu entorno.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Directiva de auditoría de Windows para habilitar 4688 con línea de comandos y logon auditing.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Módulo de PowerShell logging activado por GPO (ScriptBlock y Module Logging).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Tu SIEM (clases 184/185) recibiendo estos canales vía Winlogbeat/Universal Forwarder.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Practica en tu Windows de laboratorio; nunca en equipos ajenos.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🧪 Laboratorio guiado — De evento a detección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Habilita auditoría. Activa "Audit Process Creation" con inclusión de CommandLine (GPO: Include command line in process creation events).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Despliega Sysmon. sysmon64.exe -accepteula -i config.xml. Verifica el canal Sysmon/Operational.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Activa PowerShell logging. Por GPO habilita ScriptBlock (4104) y Module Logging (4103).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Genera actividad. Ejecuta: un logon fallido repetido (4625), powershell -enc &lt;base64 benigno&gt; (4104), y schtasks /create benigno (4698).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Detecta autenticación anómala. En el SIEM, cuenta 4625 por cuenta y Logon Type; alerta si hay ráfaga seguida de 4624.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Detecta ejecución sospechosa. Busca Sysmon Event 1 con ParentImage de Office e Image de intérprete; correlaciona con Event 3 (conexión) del mismo proceso.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Detecta PowerShell ofuscado. Sobre 4104, busca indicadores (FromBase64String, -enc, IEX, concatenaciones largas).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✍️ Ejercicios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Mapea 8 Event IDs a su técnica ATT&amp;CK correspondiente.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Explica los Logon Types 2, 3, 9 y 10 con un caso de uso de detección cada uno.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Afinar una config de Sysmon para excluir un proceso ruidoso legítimo.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Escribe una detección de "PowerShell descargando y ejecutando" (IEX + Net.WebClient).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Diferencia 4688 y Sysmon 1: ¿qué aporta cada uno?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Crea una regla para creación de cuenta local sospechosa (4720).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📝 Reto verificable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Entrega tres detecciones basadas en Event Logs/Sysmon (autenticación, ejecución y persistencia) probadas en tu laboratorio, cada una con su Event ID, lógica y técnica ATT&amp;CK. Criterio de aceptación: las tres disparan con la actividad que generas y no con la línea base; demuestras que capturas la línea de comandos completa (no truncada) del proceso sospechoso y su relación padre-hijo.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⚠️ Errores comunes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4688 sin línea de comandos — Falta habilitar "Include command line"; actívalo por GPO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Sysmon genera ruido enorme — Config sin exclusiones; parte de una base afinada y filtra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No aparece PowerShell 4104 — ScriptBlock logging desactivado; habilítalo por GPO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CommandLine truncado en SIEM — Límite de campo; ajusta truncation en el forwarder/props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Falsos positivos de tareas — Ventana de mantenimiento no excluida; añade filtro por horario/cuenta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❓ Preguntas frecuentes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¿Sysmon o solo Event Logs nativos?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Sysmon añade hash, linaje íntegro, conexiones por proceso y DNS. Los nativos aportan autenticación y auditoría. La combinación es el estándar de facto del blue team.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¿PowerShell logging captura scripts ofuscados?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ScriptBlock (4104) registra el bloque tras des-ofuscar en muchos casos, revelando la intención real. Es una de las fuentes más valiosas contra ataques modernos.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¿Cómo evito que Sysmon sature el SIEM?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Parte de una configuración comunitaria afinada, excluye procesos benignos ruidosos y prioriza los eventos con valor de detección (1, 3, 7, 11, 13, 22).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🔗 Referencias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Microsoft Sysmon — &lt;https://learn.microsoft.com/sysinternals/downloads/sysmon&gt;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Windows Security Audit Events — &lt;https://learn.microsoft.com/windows/security/threat-protection/auditing/&gt;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Olaf Hartong, sysmon-modular — &lt;https://github.com/olafhartong/sysmon-modular&gt;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SwiftOnSecurity, sysmon-config — &lt;https://github.com/SwiftOnSecurity/sysmon-config&gt;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Murdoch, D. Blue Team Handbook: SOC, SIEM, and Threat Hunting Use Cases.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