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196 — Automatización con SOAR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tareas repetitivas del SOC con SOAR (Security Orchestration, Automation and Response): playbooks que enriquecen alertas, deciden y ejecutan respuestas sin intervención humana para lo rutinario, reservando el criterio del analista para lo que importa. Construirás un playbook de principio a fin y entenderás dónde automatizar y dónde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SOAR y cómo se relaciona con SIEM, EDR y TIP.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playbook con enriquecimiento, decisión y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tareas automatizables de las que requieren humano en el bucle.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un flujo de respuesta (p. ej. phishing o host comprometido).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impacto de la automatización en MTTR y carga del analista.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SOAR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Casos de uso típicos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Anatomía de un playbook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Human-in-the-loop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Integraciones (APIs)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Orquestación de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Riesgos de la automatización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SOAR: plataforma que orquesta herramientas y automatiza flujos de respuesta. Característica: reduce trabajo manual y estandariza la reacción.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flujo definido de pasos ante un tipo de alerta. Característica: repetible, auditable y versionable.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Enriquecimiento automatizado: consultar reputación, WHOIS, sandbox, activos de forma automática. Característica: acelera el triaje.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Human-in-the-loop: puntos donde el flujo espera aprobación humana. Característica: evita acciones destructivas sin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Orquestación: coordinar varias herramientas vía API. Característica: el SOAR "pega" el ecosistema.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 de respuesta: aislar host, bloquear IP, deshabilitar cuenta. Característica: potente y potencialmente disruptiva; requiere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 vs playbook: el runbook describe pasos (a veces manuales); el playbook los automatiza. Característica: el playbook es la versión ejecutable.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SOAR open source: Shuffle o Tines (community), o n8n como orquestador genérico.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 + Cortex como plataforma de gestión de casos y analizadores.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APIs de tus herramientas de laboratorio: SIEM (Splunk/Elastic), EDR (Velociraptor/Wazuh), TIP (MISP).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buzón/alerta de phishing simulado para el caso de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acciones de respuesta se ejecutan solo contra tus sistemas de laboratorio; añade siempre aprobación humana antes de acciones destructivas.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 playbook de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trigger. Una alerta de "posible phishing" (correo reportado) llega al SOAR vía webhook/API.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automáticamente. El playbook extrae URLs y adjuntos y consulta reputación (MISP/Cortex), WHOIS del dominio y hash del adjunto.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Decide. Con reglas: si el dominio/hash es malicioso conocido → severidad alta; si es dudoso → crear caso para revisión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Contén (con aprobación). Para el caso malicioso, propón bloquear el dominio en el proxy y buscar otros destinatarios; ejecuta solo tras aprobación del analista (human-in-the-loop).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alcance. Consulta el SIEM: ¿quién más recibió/hizo clic? Añade los hallazgos al caso en TheHive.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 y documenta. El playbook actualiza el ticket, notifica al canal del SOC y adjunta el enriquecimiento.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Mide. Compara el tiempo del flujo automatizado con el proceso manual equivalente.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diagrama de un playbook de "host comprometido" con puntos de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tareas del SOC seguras de automatizar y 3 que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enriquecimiento automático de IP con 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las salvaguardas para una acción de "deshabilitar cuenta".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ahorro de MTTR de automatizar el triaje de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riesgo de un playbook que aísla hosts sin control y cómo mitigarlo.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y ejecuta un playbook funcional en tu SOAR de laboratorio que enriquezca una alerta, decida su severidad y proponga una acción de contención con aprobación humana. Criterio de aceptación: ante una alerta de prueba, el playbook realiza el enriquecimiento automático, clasifica correctamente el caso, y NO ejecuta ninguna acción destructiva sin pasar por el punto de aprobación humana definido; el caso queda documentado en la plataforma.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 aísla producción por error — Automatización destructiva sin control; añade human-in-the-loop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Integración falla intermitente — API sin manejo de errores/reintentos; añade lógica de fallo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Automatizas un proceso aún inestable — Automatizaste el caos; estabiliza el runbook manual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se cierran solas mal clasificadas — Reglas de decisión pobres; ajusta umbrales y añade revisión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confía en el SOAR — Falta transparencia; registra cada paso y hazlo auditable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¿SOAR reemplaza analistas?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lo repetitivo y libera al analista para investigación y decisiones. El criterio humano sigue siendo esencial, sobre todo en acciones destructivas.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automatizo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aburrido, frecuente y bien definido: enriquecimiento de indicadores, deduplicación de alertas, apertura de casos. Deja para después lo que requiere juicio.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 la contención completa?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cuidado y salvaguardas. Aislar un host o bloquear una IP puede impactar producción; muchos equipos exigen aprobación humana antes de acciones irreversibles.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 &amp; Cortex — &lt;https://thehive-project.org/&gt;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Shuffle SOAR — &lt;https://shuffler.io/&gt;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Gartner, "Market Guide for SOAR Solutions" (marco conceptual).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800-61r2, Computer Security Incident Handling Guide — &lt;https://csrc.nist.gov/pubs/sp/800/61/r2/final&gt;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