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197 — Métricas y madurez del SOC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el rendimiento y la madurez de un SOC con métricas defendibles, evitando indicadores vanidosos que se pueden manipular. Aprenderás a definir KPIs de detección y respuesta (MTTD, MTTR, dwell time, cobertura ATT&amp;CK), a evaluar la madurez con un modelo (SOC-CMM) y a comunicar el valor del SOC a la dirección.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métricas de detección y respuesta con su fórmula y fuente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métricas útiles de las vanidosas o fáciles de manipular.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 madurez del SOC con un modelo estructurado.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cuadro de mando para dirección y para el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las métricas para priorizar mejoras (no solo reportar).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Para qué medir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MTTD, MTTR, dwell time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Métricas de calidad de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Métricas vanidosas y gaming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Cobertura ATT&amp;CK como métrica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SOC-CMM y madurez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Cuadro de mando por audiencia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 (Mean Time To Detect): tiempo medio hasta detectar un incidente. Característica: mide la eficacia de la detección; cuanto menor, mejor.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MTTR (Mean Time To Respond/Remediate): tiempo hasta contener/erradicar. Característica: mide la respuesta; distingue "respond" de "remediate".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Dwell time: tiempo total del atacante sin ser detectado. Característica: métrica reina; refleja el impacto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Tasa de falsos positivos: proporción de alertas que no eran incidentes. Característica: alta = fatiga y coste; guía el afinado.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ATT&amp;CK: técnicas detectadas frente al total relevante. Característica: mide amplitud; debe combinarse con profundidad.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 vanidosa: número que impresiona pero no informa (p. ej. "alertas procesadas"). Característica: incentiva el gaming, no la mejora.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SOC-CMM: modelo de madurez de capacidades del SOC. Característica: evalúa personas, procesos, tecnología y servicios.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 tu SIEM/ticketing de laboratorio (o dataset simulado) para calcular métricas.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hoja de cálculo o dashboard (Kibana/Grafana) para el cuadro de mando.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SOC-CMM (herramienta de autoevaluación gratuita) para medir madurez.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(clase 187) para la métrica de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requieren técnicas ofensivas; es una clase de gobierno y medición.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Cuadro de mando del SOC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tus KPIs. Selecciona 6 métricas: MTTD, MTTR, dwell time, % falsos positivos, cobertura ATT&amp;CK y % incidentes con causa raíz documentada.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fórmula y fuente. Para cada una, especifica cómo se calcula y de qué log/ticket sale.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con datos. Usa tus tickets/alertas de laboratorio (o un CSV simulado) para obtener valores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gaming. Para cada métrica, imagina cómo un equipo podría manipularla y añade un contrapeso (p. ej. MTTR bajo + tasa de reincidencia).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madurez. Completa una autoevaluación SOC-CMM en 2–3 dominios y anota tu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dos vistas. Un dashboard operativo (colas, falsos positivos, cobertura) y uno ejecutivo (tendencia de dwell time, riesgo).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mejoras. Con las métricas, define las 3 acciones de mayor impacto para el próximo trimestre.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fórmula y la fuente de datos de 5 métricas del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3 métricas vanidosas y propón su reemplazo útil.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MTTD y MTTR de un conjunto de 10 incidentes de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contrapeso para evitar el gaming de MTTR.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Completa una mini autoevaluación de madurez en un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 KPI que mida la calidad de las detecciones, no solo la cantidad.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cuadro de mando con al menos 6 métricas (fórmula, fuente y valor calculado), sus contrapesos anti-gaming, y una evaluación de madurez con 3 mejoras priorizadas. Criterio de aceptación: cada métrica tiene fórmula y origen de datos verificable, al menos una detecta explícitamente un intento de manipulación (contrapeso), y las mejoras priorizadas se justifican con los valores medidos, no con opiniones.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MTTR excelente, incidentes reinciden — Se cierra sin erradicar; añade métrica de reincidencia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"Procesamos 1M de alertas" — Métrica vanidosa; reporta calidad y resultado, no volumen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ATT&amp;CK al 95% pero se cuelan ataques — Presencia sin profundidad; mide eficacia real de cada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Métricas que nadie usa — Se reportan pero no priorizan; ligá cada métrica a una decisión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inconsistentes — Fuentes mal definidas; documenta fórmula y origen de cada KPI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métrica más importante?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Dwell time es la que mejor refleja el impacto real: cuánto tiempo estuvo el atacante sin ser visto. MTTD y MTTR la explican; el resto la contextualizan.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evitar métricas de volumen?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incentivan el comportamiento equivocado: cerrar alertas rápido o inflar cifras. Mide resultados (detectado, contenido, erradicado), no actividad.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comunico el valor del SOC a dirección?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tendencias de riesgo y dwell time, no con jerga técnica. Muestra cómo la inversión reduce el tiempo de exposición y el impacto potencial.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SOC-CMM — &lt;https://www.soc-cmm.com/&gt;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 — &lt;https://mitre-attack.github.io/attack-navigator/&gt;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Mandiant M-Trends (informes de dwell time) — &lt;https://www.mandiant.com/m-trends&gt;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SANS, "SOC Metrics" (recursos formativos).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