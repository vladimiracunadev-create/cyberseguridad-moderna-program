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182 — Logging y fuentes de telemetría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qué telemetría existe, cómo se clasifica y cómo diseñar una estrategia de recolección que no deje puntos ciegos críticos. Sin buenos datos, la mejor detección es inútil: esta clase construye la base de "materia prima" que alimentará el SIEM, el hunting y toda la detección posterior.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Clasificar fuentes de telemetría (host, red, identidad, nube, aplicación).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datos de sesión, transacción, alerta, estadística y contenido completo (taxonomía NSM).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qué registrar según valor de detección y coste de almacenamiento.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reenvío de logs con agentes y syslog hacia un colector central.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puntos ciegos en la cobertura de logging de una 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Taxonomía de datos NSM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Fuentes de endpoint (Event Logs, Sysmon, EDR)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Fuentes de red (flujo, PCAP, DNS, proxy)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Identidad y autenticación (AD, IdP, VPN)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Nube y SaaS (CloudTrail, M365 audit)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Normalización y marcas de tiempo (UTC, NTP)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Retención y coste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de sesión (flow): metadatos de conexiones (IP origen/destino, puertos, bytes, duración). Característica: baratos y de larga retención; ideales para hunting histórico.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Contenido completo (full packet capture): PCAP con la carga útil. Característica: máxima fidelidad, alto coste de almacenamiento; se retiene poco tiempo.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de alerta: salidas de IDS/EDR (Suricata, Snort). Característica: ya interpretados, propensos a falsos positivos.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estadísticos: agregados (top talkers, volúmenes). Característica: útiles para anomalías y línea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 de endpoint: eventos del SO y aplicaciones (Security.evtx, Sysmon). Característica: granularidad de proceso, línea de comandos, red por proceso.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Normalización: llevar campos heterogéneos a un esquema común (ej. ECS de Elastic). Característica: habilita correlación entre fuentes.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Sincronización NTP: todos los relojes en la misma referencia (UTC). Característica: sin ella, las líneas de tiempo son inservibles.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 un laboratorio aislado con: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 (Sysinternals) en un Windows de pruebas, con una configuración base (p. ej. la de SwiftOnSecurity como punto de partida).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Winlogbeat o NXLog para reenviar Event Logs.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rsyslog/syslog-ng en un Linux como colector central.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Zeek (antes Bro) para telemetría de red rica (conn.log, dns.log, http.log).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servidor NTP interno o chrony/w32tm apuntando a una fuente confiable.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 en tu red de laboratorio; no captures tráfico de redes que no te pertenecen.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Centraliza y cubre puntos ciegos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Sysmon en el Windows de laboratorio: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sysmon64.exe -accepteula -i sysmonconfig.xml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en Visor de eventos: Applications and Services Logs &gt; Microsoft &gt; Windows &gt; Sysmon/Operational.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Reenvía Event Logs. Configura Winlogbeat (winlogbeat.yml) para enviar los canales Security y Sysmon/Operational hacia tu colector.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Levanta el colector. En Linux, habilita recepción syslog en rsyslog (module(load="imudp") y input(type="imudp" port="514")).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telemetría de red. Instala Zeek en un tap/mirror del laboratorio: zeek -i eth0 local. Revisa conn.log y dns.log.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Sincroniza el tiempo. Configura NTP en todas las máquinas y confirma con w32tm /query /status (Windows) y chronyc tracking (Linux). Todo en UTC.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8 fuentes de tu laboratorio según la taxonomía NSM.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el coste aproximado de retener 30 días de PCAP para un enlace de 100 Mbps al 20% de uso.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política de retención por tipo de dato (flow, alerta, endpoint, PCAP).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3 puntos ciegos típicos en una pyme y cómo cerrarlos.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el log de PowerShell (ScriptBlock) merece prioridad alta.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qué recolectar de M365/Azure AD y por qué.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plan de logging de una página con: matriz activo×fuente, prioridad (alta/media/baja) por fuente, política de retención y 3 puntos ciegos con su remediación. Criterio de aceptación: en tu laboratorio, un evento generado en el endpoint aparece en el colector central con la misma marca de tiempo (±2 s) que la vista local, demostrando reenvío y sincronización correctos.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Eventos con horas descuadradas — NTP no configurado; sincroniza todo a UTC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SIEM no recibe Sysmon — Canal no incluido en Winlogbeat; añade Microsoft-Windows-Sysmon/Operational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Volumen de logs dispara el coste — Registras todo sin filtrar; filtra ruido (ej. eventos 4688 irrelevantes)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rastro de un ataque conocido — Punto ciego; faltaba PowerShell/DNS logging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Campos incomparables entre fuentes — Sin normalización; adopta un esquema común (ECS)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¿Registro todo o filtro?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Filtra con criterio. Registrar todo agota presupuesto y entierra las señales. Prioriza por valor de detección (ver pirámide del dolor en la clase 187).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¿Event Logs nativos o Sysmon?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Ambos. Los nativos dan autenticación y auditoría; Sysmon aporta creación de procesos con hash, línea de comandos y conexiones por proceso.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PCAP completo?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en segmentos críticos y con retención corta. Para hunting histórico, los datos de sesión (flow/Zeek) rinden mucho más por byte almacenado.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Sanders, C. y Smith, J. Applied Network Security Monitoring. Syngress.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800-92, Guide to Computer Security Log Management — &lt;https://csrc.nist.gov/publications/detail/sp/800-92/final&gt;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Sysmon — &lt;https://learn.microsoft.com/sysinternals/downloads/sysmon&gt;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Zeek Documentation — &lt;https://docs.zeek.org/&gt;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Elastic Common Schema (ECS) — &lt;https://www.elastic.co/guide/en/ecs/current/index.html&gt;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