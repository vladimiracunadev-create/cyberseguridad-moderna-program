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187 — Detección basada en MITRE ATT&amp;CK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MITRE ATT&amp;CK como columna vertebral de la detección: hablar de comportamiento adversario con un vocabulario común, mapear tus detecciones a técnicas, medir cobertura con ATT&amp;CK Navigator y priorizar qué detectar usando la pirámide del dolor. Dejarás de perseguir IOCs volátiles para detectar TTPs (tácticas, técnicas y procedimientos) que al atacante le duele cambiar.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Navegar la matriz ATT&amp;CK (tácticas, técnicas, subtécnicas) y su terminología.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detecciones y fuentes de datos a técnicas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Visualizar cobertura y huecos con ATT&amp;CK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detecciones con la pirámide del dolor de David Bianco.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los data sources de ATT&amp;CK para saber qué telemetría requiere cada técnica.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Estructura de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Tácticas vs técnicas vs procedimientos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Pirámide del dolor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Data sources y componentes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ATT&amp;CK Navigator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Detecciones por técnica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Grupos y software (intel)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Táctica: el "por qué" del adversario (Ejecución, Persistencia, Exfiltración). Característica: 14 categorías que forman las columnas de la matriz.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Técnica: el "cómo" (T1059 Command and Scripting Interpreter). Característica: puede tener subtécnicas (T1059.001 PowerShell).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Procedimiento: la implementación concreta que usa un grupo. Característica: el nivel más específico y variable.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Pirámide del dolor: modelo que ordena los indicadores por lo difícil que es para el atacante cambiarlos (hash &lt; IP &lt; dominio &lt; artefactos &lt; herramientas &lt; TTPs). Característica: detectar arriba de la pirámide causa más "dolor".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source (ATT&amp;CK): tipo de telemetría necesaria para detectar una técnica (Process Creation, Network Traffic). Característica: guía tu estrategia de logging.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Navigator: herramienta web para colorear la matriz según cobertura o intel. Característica: comunica huecos visualmente.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(versión web oficial o desplegada localmente).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STIX/JSON de ATT&amp;CK para automatizar mapeos si lo deseas.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Tus reglas Sigma de la clase 186 (ya traen tags attack.tXXXX).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DeTT&amp;CT o Atomic Red Team para razonar sobre cobertura y validación (Atomic se usará en profundidad en la clase 200).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Cualquier ejecución de técnicas para validar se hace en el laboratorio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Mapa de cobertura de detección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Inventaria tus detecciones. Lista tus reglas Sigma/SIEM y anota el attack.tXXXX de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Carga Navigator. Abre ATT&amp;CK Navigator y crea una capa nueva.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Colorea cobertura. Marca en verde las técnicas que tus reglas cubren; en rojo las críticas sin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Cruza con tus fuentes. Para 5 técnicas rojas, revisa su data source en ATT&amp;CK y verifica si ya recolectas esa telemetría (clase 182).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la pirámide del dolor. Clasifica 10 de tus detecciones: ¿detectas por hash/IP (base) o por comportamiento/TTP (cima)? Prioriza subir de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con intel. Elige un grupo relevante para tu sector (p. ej. de la página de Groups de ATT&amp;CK) y superpón sus técnicas: cubre primero las que ese grupo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huecos. Genera un plan: 5 técnicas sin cobertura, la telemetría que faltaría y la detección propuesta.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6 indicadores en su nivel de la pirámide del dolor.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una técnica (p. ej. T1053 Scheduled Task) y lista su data source y una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capa de Navigator con la cobertura real de tu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detectar por hash es frágil con un ejemplo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 ataque de la Parte 7 (red team) a una cadena de técnicas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cómo pasarías una detección de nivel IP a nivel TTP.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capa de ATT&amp;CK Navigator que refleje la cobertura de detección de tu laboratorio y un plan priorizado de 5 huecos a cerrar, cada uno con su data source y detección propuesta. Criterio de aceptación: la capa distingue claramente técnicas cubiertas y no cubiertas, y para cada hueco justificas la prioridad usando la pirámide del dolor y/o la relevancia de un grupo de amenaza concreto.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"Cubrimos el 90% de ATT&amp;CK" — Confundes tocar la técnica con detectarla bien; mide profundidad, no solo presencia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Detecciones solo por IOC — Estás en la base de la pirámide; migra a comportamiento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 marcada verde sin telemetría — No hay data source que la respalde; revisa fuentes reales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Navigator saturado de colores — Falta priorización; filtra por intel relevante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Subtécnicas ignoradas — Mapeas solo a la técnica padre; baja al nivel de subtécnica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intentar cubrir toda la matriz?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Prioriza por amenazas reales de tu sector y por profundidad. Cien técnicas mal cubiertas valen menos que veinte detectadas con solidez.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¿ATT&amp;CK sustituye a la Cyber Kill Chain?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compiten. La Kill Chain describe fases de alto nivel; ATT&amp;CK detalla el "cómo" con técnicas concretas. Muchos equipos usan ambas.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¿Cobertura de Navigator =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 mapa, no una garantía. Una técnica en verde puede tener una regla frágil o llena de falsos positivos. Valídala (clase 200, purple team).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— &lt;https://mitre-attack.github.io/attack-navigator/&gt;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Bianco, D. "The Pyramid of Pain" — &lt;http://detect-respond.blogspot.com/2013/03/the-pyramid-of-pain.html&gt;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Data Sources — &lt;https://attack.mitre.org/datasources/&gt;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DeTT&amp;CT — &lt;https://github.com/rabobank-cdc/DeTTECT&gt;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