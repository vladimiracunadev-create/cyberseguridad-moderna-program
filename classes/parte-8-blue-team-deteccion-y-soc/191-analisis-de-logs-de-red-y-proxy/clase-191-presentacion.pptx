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191 — Análisis de logs de red y proxy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la telemetría de red —logs de firewall, proxy web, DNS y metadatos de Zeek— para detectar amenazas que el endpoint no ve o que intentan ocultarse. El monitoreo de red (NSM) es complementario al de endpoint: aunque un host esté comprometido y silencie sus logs, el tráfico que genera sigue pasando por la 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logs de firewall, proxy y DNS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los logs de Zeek (conn, dns, http, ssl) en hunting.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exfiltración, dominios sospechosos y user-agents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túneles (DNS, HTTP) y tráfico cifrado sospechoso vía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telemetría de red con la de endpoint.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NSM: por qué la red importa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Logs de firewall y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Proxy web y user-agents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DNS: la mina de oro defensiva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Zeek: conn/dns/http/ssl.log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JA3/JA3S y fingerprint TLS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Exfiltración y beaconing (intro)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NSM (Network Security Monitoring): recolección y análisis de datos de red para detectar intrusiones. Característica: visibilidad independiente del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conn.log (Zeek): registro de cada conexión con duración, bytes y estado. Característica: base para top talkers y anomalías de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dns.log (Zeek): consultas y respuestas DNS. Característica: detecta DGA, tunneling y dominios recién registrados.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log: peticiones web con URL, user-agent, método y respuesta. Característica: revela C2 sobre HTTP/S y descargas.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hash del handshake TLS del cliente/servidor. Característica: identifica herramientas (p. ej. ciertos C2) aun con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tunneling: exfiltración/C2 encapsulados en consultas DNS. Característica: dominios largos, alta entropía, muchas subconsultas.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conexiones periódicas y regulares a un C2. Característica: patrón temporal casi constante (se profundiza en la clase 193).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con un tap/mirror: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generando conn/dns/http/ssl.log.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como IDS complementario para alertas de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de un proxy (Squid) o firewall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(Real Intelligence Threat Analytics) para analizar beaconing y tunneling sobre logs de Zeek.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para ingerir y consultar estos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solo de tu propia red de pruebas.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Caza en la telemetría de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tráfico. En la VM, navega, resuelve dominios y descarga un archivo benigno para poblar los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conn.log. Identifica top talkers por bytes y conexiones a puertos poco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DNS. En dns.log, busca dominios de alta entropía o subdominios muy largos (indicio de tunneling). Marca dominios recién vistos.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proxy/http.log. Filtra user-agents raros (p. ej. python-requests, cadenas vacías) y métodos POST voluminosos.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 TLS. En ssl.log revisa JA3; compáralo con listas conocidas de herramientas para detectar clientes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RITA. Importa los logs de Zeek y corre el análisis de beaconing y DNS tunneling; interpreta el score.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exfiltración lenta. Envía datos benignos en pequeños fragmentos DNS a un servidor de laboratorio y confirma que tus consultas lo detectan.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consulta que liste los 10 dominios con más subconsultas únicas (posible tunneling).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descargas de ejecutables desde IPs sin dominio asociado.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JA3 ayuda cuando el tráfico está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de user-agent anómalo para tu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una alerta de red con el proceso de endpoint que la originó.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resultado de beaconing de RITA y decide si escalar.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en tu laboratorio una actividad de red sospechosa (tunneling DNS o exfiltración por HTTP) usando logs de Zeek/proxy y correlaciónala con el endpoint origen. Criterio de aceptación: identificas el dominio/destino anómalo con una justificación basada en datos (entropía, volumen, periodicidad o fingerprint) y enlazas la conexión con el proceso concreto que la generó en el host.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logs de DNS — El resolver no se registra; envía consultas al colector o usa Zeek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tráfico parece igual — Falta baseline de dominios/UA normales; modela lo habitual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no discrimina — Cliente común (navegador); combínalo con destino y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 satura el disco — Retención de contenido completo demasiado larga; usa metadatos Zeek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de CDN — Servicios legítimos con muchos subdominios; añade allowlist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Con TLS everywhere, ¿sigue sirviendo la 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Aunque no veas la carga, los metadatos (SNI, JA3, volumen, periodicidad, DNS) delatan C2, beaconing y exfiltración. La red revela el patrón aunque el contenido esté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¿DNS realmente es tan importante?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Muchísimo. Casi todo ataque resuelve dominios: DGA, tunneling y C2 dejan huella en DNS. Es de las fuentes de mejor relación señal/coste.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PCAP completo?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Rara vez y por poco tiempo. Los metadatos de Zeek cubren la mayoría de casos de hunting con una fracción del almacenamiento.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Documentation — &lt;https://docs.zeek.org/&gt;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— &lt;https://github.com/activecm/rita&gt;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(Salesforce) — &lt;https://github.com/salesforce/ja3&gt;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Documentation — &lt;https://docs.suricata.io/&gt;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