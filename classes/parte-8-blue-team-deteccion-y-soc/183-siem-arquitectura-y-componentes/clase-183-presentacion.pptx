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183 — SIEM: arquitectura y componentes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un SIEM (Security Information and Event Management), de qué piezas se compone y cómo fluye un evento desde la recolección hasta la alerta. Entenderás las decisiones de arquitectura (ingesta, parsing, indexación, correlación, retención) que determinan si un SIEM detecta o solo acumula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tubería de un SIEM: colección → normalización → indexación → correlación →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SIEM de un simple almacén de logs y de un EDR/XDR.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parsing, enriquecimiento y esquemas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Dimensionar ingesta (EPS/GB por día) y su impacto en licencia y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Valorar modelos de despliegue: on-prem, cloud-native y SIEM as a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y funciones del SIEM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Pipeline de ingesta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Parsing y normalización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Enriquecimiento (GeoIP, threat intel, activos)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Motor de correlación y 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Indexación, búsqueda y retención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Dimensionamiento (EPS, GB/día)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SIEM: plataforma que centraliza, normaliza y correlaciona eventos de seguridad para detectar, investigar y reportar. Característica: correlación entre múltiples fuentes en tiempo casi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Colector/forwarder: agente o servicio que recibe y reenvía logs (Universal Forwarder de Splunk, Beats de Elastic). Característica: puede filtrar y enrutar en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Parser: convierte texto crudo en campos estructurados (srcip, user, eventid). Característica: específico por tipo de fuente.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Enriquecimiento: añade contexto externo (geolocalización, reputación, propietario del activo). Característica: aumenta la precisión del triaje.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de correlación: lógica que dispara una alerta al cumplirse condiciones sobre uno o varios eventos. Característica: puede ser umbral, secuencia o anomalía.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 (Events Per Second): volumen de eventos por segundo. Característica: métrica de dimensionamiento y licenciamiento.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caliente/fría: datos recientes rápidos de consultar (hot) vs históricos baratos (cold). Característica: equilibrio coste/velocidad.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experimentar la arquitectura, prepara en laboratorio aislado uno de estos stacks: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Free/Enterprise Trial con un Universal Forwarder enviando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Stack (Elasticsearch + Logstash/Beats + Kibana) vía Docker Compose.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(indexer + manager + dashboard) para un SIEM open source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 la telemetría de la clase 182 (Sysmon, Zeek) como fuente de ingesta. Trabaja siempre en tu red de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Traza un evento de punta a punta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SIEM. Con Docker Compose despliega Elastic (o instala Splunk Free). Confirma acceso a Kibana/Splunk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una fuente. Reenvía los Sysmon/Event Logs del Windows de laboratorio con Winlogbeat/Universal Forwarder.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parsing. Busca un evento de creación de proceso y comprueba que campos como process.commandline o Image están extraídos, no en texto plano.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enriquecimiento. Configura un pipeline que agregue GeoIP a las IP públicas (Logstash geoip o Splunk iplocation).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correlación simple. Regla que alerte ante 5 fallos de autenticación (Event ID 4625) seguidos de un éxito (4624) para el mismo usuario en 5 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ingesta. Observa EPS/GB por día en el panel de monitoreo del SIEM y proyecta el volumen a 30 días.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retención. Configura un índice con política de ciclo de vida (ILM en Elastic) que mueva datos a fase fría a los 7 días.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pipeline completo de tu SIEM con cada componente etiquetado.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GB/día si ingestas 2.000 EPS con un tamaño medio de evento de 800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parser (regex o pipeline) para una línea de log de tu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SIEM on-prem vs cloud-native con 4 criterios (coste, escalado, control, mantenimiento).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enriquecimiento con 3 fuentes de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una política hot/warm/cold para 90 días de retención.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recorrido de un evento real de tu laboratorio: captura de pantalla del dato crudo, del dato parseado con sus campos, del enriquecimiento aplicado y de la alerta correlacionada que dispara. Criterio de aceptación: la regla de correlación de fuerza bruta (múltiples 4625 + un 4624) dispara una alerta en el SIEM y puedes explicar en qué índice quedó y cuánto tiempo se retiene.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Eventos llegan como texto plano — Falta parser para esa fuente; crea/asigna el sourcetype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Licencia excedida en Splunk — Ingesta mayor a lo contratado; filtra ruido en el forwarder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Búsquedas lentísimas — Retención mal segmentada; usa índices y fases hot/cold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duplicadas — Correlación sin dedup ni throttling; añade ventana de supresión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GeoIP vacío — Base de datos GeoIP no instalada/actualizada; refresca el feed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¿SIEM o data lake?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SIEM prioriza correlación y alertas en tiempo real; el data lake, almacenamiento masivo barato. Muchas arquitecturas modernas combinan ambos (SIEM para lo caliente, lake para histórico).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SIEM reemplaza al EDR?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EDR ve el endpoint en profundidad y responde; el SIEM correlaciona todas las fuentes. Se complementan; el EDR suele ser una fuente del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el SIEM se vuelva un basurero de logs?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Ingesta con propósito de detección, no por acumular. Cada fuente debe respaldar al menos un caso de uso de detección o hunting.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Gartner, "Magic Quadrant for SIEM" (marco conceptual de capacidades).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SIEM/Security docs — &lt;https://www.elastic.co/security&gt;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Docs, "How indexing works" — &lt;https://docs.splunk.com/&gt;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Documentation — &lt;https://documentation.wazuh.com/&gt;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