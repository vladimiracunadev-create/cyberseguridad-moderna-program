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192 — Detección de movimiento lateral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cómo un atacante se desplaza de un host comprometido a otros dentro de la red: PsExec/servicios remotos, WMI, WinRM, RDP, Pass-the-Hash y abuso de credenciales. Aprenderás qué huellas dejan estas técnicas en Event Logs, Sysmon y telemetría de red, y cómo distinguirlas de la administración legítima.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técnicas de movimiento lateral más comunes y sus artefactos.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ejecución remota (PsExec, WMI, WinRM) en logs de Windows.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Pass-the-Hash y uso anómalo de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administración legítima de movimiento lateral malicioso.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detecciones y mapearlas a la táctica Lateral Movement de ATT&amp;CK.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Táctica Lateral Movement (ATT&amp;CK)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PsExec y servicios remotos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WMI y WinRM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RDP y logon type 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Pass-the-Hash / Overpass-the-Hash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SMB, shares admin y admin$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Logon patterns y grafos de acceso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lateral: conjunto de técnicas para moverse por la red tras el compromiso inicial. Característica: usa credenciales y protocolos legítimos, difícil de separar del uso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PsExec: herramienta que ejecuta comandos remotos creando un servicio. Característica: deja Event 7045 (servicio instalado) y accesos SMB al admin$.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WMI lateral: ejecución remota vía wmic/Win32Process. Característica: proceso hijo de WmiPrvSE.exe, poco ruido de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WinRM: gestión remota vía PowerShell Remoting. Característica: procesos hijos de wsmprovhost.exe.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Pass-the-Hash (PtH): autenticación con el hash NTLM sin conocer la contraseña. Característica: logon NTLM (4624 tipo 3) sin el correspondiente Kerberos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Logon Type 3/10: red (SMB/WMI) e interactivo remoto (RDP). Característica: pistas para clasificar el tipo de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4648: logon con credenciales explícitas. Característica: frecuente en overpass-the-hash y uso de credenciales robadas.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 con un dominio de pruebas: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y auditoría avanzada en varios Windows unidos a un AD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para generar la telemetría: PsExec (Sysinternals), wmic, PowerShell Remoting; y, con fines de laboratorio, utilidades como Mimikatz/CrackMapExec para simular PtH.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recibiendo los eventos de todos los hosts.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BloodHound para razonar sobre rutas de ataque de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las técnicas ofensivas solo contra tus propias máquinas y con conocimiento pleno.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Sigue el rastro lateral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el dominio. 1 DC + 2 workstations de laboratorio con Sysmon y auditoría de logon habilitada.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PsExec. Ejecuta un comando remoto benigno con PsExec desde host A a host B y observa: Event 7045 (servicio), 4624 tipo 3, accesos a \\B\ADMIN$.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WMI. Lanza wmic /node:B process call create "cmd /c whoami" y localiza el proceso hijo de WmiPrvSE.exe en Sysmon Event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WinRM. Con Invoke-Command -ComputerName B observa procesos bajo wsmprovhost.exe.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PtH. En laboratorio, autentícate con hash a host B y detecta el 4624 NTLM tipo 3 sin actividad Kerberos previa coherente y con 4648.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RDP. Inicia una sesión RDP y localiza 4624 tipo 10 más los eventos TerminalServices.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detecciones. Escribe reglas para: instalación de servicio remoto inusual, proceso hijo de WmiPrvSE lanzando shells, y logon NTLM tipo 3 desde workstation a workstation (patrón raro).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5 técnicas de movimiento lateral a sus Event IDs/artefactos.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detección de "workstation-a-workstation SMB admin$" (patrón inusual).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el rastro de PsExec, WMI y WinRM en una tabla.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detectarías Pass-the-Hash con eventos de logon.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baseline de administración legítima para tu entorno.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grafo de logons para detectar un pivote anómalo.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y detecta al menos tres técnicas de movimiento lateral distintas en tu dominio de laboratorio, entregando por cada una la telemetría, la detección y la técnica ATT&amp;CK. Criterio de aceptación: cada detección dispara con la técnica correspondiente y no con la administración legítima de tu baseline; distingues correctamente PsExec de WMI de WinRM por sus artefactos característicos.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con admins de TI — Sin baseline de administración; excluye cuentas/hosts legítimos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detectas WMI/WinRM — Faltan Sysmon y auditoría de proceso; habilítalos en todos los hosts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PtH invisible — No correlacionas NTLM vs Kerberos; añade lógica de logon anómalo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miras un host — El movimiento lateral es multi-host; correlaciona en el SIEM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Ruido de escáneres internos — Herramientas de inventario parecen laterales; añádelas a allowlist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separo un admin legítimo de un atacante?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baseline y contexto: quién administra qué, desde dónde y cuándo. Un logon administrativo de una workstation a otra fuera de horario, sin ticket de cambio, es sospechoso aunque use credenciales válidas.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suficiente el endpoint para detectar movimiento lateral?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 mucho (Sysmon, logon events), pero correlacionar con la red (SMB, conexiones entre hosts) da la imagen completa y detecta lo que un host silenciado ocultaría.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¿Detecto Pass-the-Hash directamente?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un "evento PtH", pero su firma es un patrón: logon NTLM tipo 3 con credenciales explícitas (4648) en contextos donde se esperaría Kerberos. Se detecta por anomalía.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Lateral Movement — &lt;https://attack.mitre.org/tactics/TA0008/&gt;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Microsoft, "Securing lateral movement paths" — &lt;https://learn.microsoft.com/&gt;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SpecterOps, BloodHound docs — &lt;https://bloodhound.readthedocs.io/&gt;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JPCERT/CC, "Detecting Lateral Movement through Tracking Event Logs" — &lt;https://jpcertcc.github.io/ToolAnalysisResultSheet/&gt;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