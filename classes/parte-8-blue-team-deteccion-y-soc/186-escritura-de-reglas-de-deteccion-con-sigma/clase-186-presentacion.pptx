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186 — Escritura de reglas de detección con Sigma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de detección portables en Sigma, el "YAML de las detecciones": un formato genérico que se convierte a la consulta nativa de cualquier SIEM (Splunk, Elastic, QRadar, etc.). Aprenderás la estructura de una regla, sus operadores lógicos, cómo evitar falsos positivos y cómo compilarla con sigma/pySigma a tu backend.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una regla Sigma válida (logsource, detection, condition).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selecciones, listas, wildcards y modificadores (contains, endswith, 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reglas Sigma a SPL/EQL/KQL con la CLI de Sigma.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falsos positivos con filter y campo falsepositives.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regla a técnicas MITRE ATT&amp;CK en los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un formato portable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Anatomía de una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Selecciones y condición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Modificadores de campo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Filtros y falsos 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Tags ATT&amp;CK y nivel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Conversión con pySigma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Sigma: formato abierto en YAML para describir detecciones de log de forma agnóstica al SIEM. Característica: portabilidad entre backends.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logsource: define a qué tipo de log aplica la regla (product, category, service). Característica: enruta la regla a la fuente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detection: bloque con una o más selecciones de campos/valores y la condition que las combina. Característica: núcleo lógico de la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condition: expresión booleana sobre las selecciones (selection and not filter). Característica: define cuándo dispara.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Modificador: sufijo que altera el match (|contains, |endswith, |re, |base64). Característica: expresa coincidencias parciales o codificadas.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falsepositives: campo que documenta causas benignas conocidas. Característica: ayuda al triaje y a afinar.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pySigma / sigma-cli: herramienta que compila Sigma a la consulta del backend. Característica: soporta múltiples pipelines (ECS, Splunk CIM…).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sigma-cli (pip install sigma-cli) con los plugins de backend (sigma plugin install splunk, elasticsearch).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repositorio SigmaHQ clonado como referencia y banco de ejemplos.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SIEM de las clases anteriores (Splunk o Elastic) para probar las conversiones.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editor con validación YAML.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las reglas contra datos de laboratorio o el dataset BOTS; no las apliques a sistemas ajenos.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YAML a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CLI. pip install sigma-cli y luego sigma plugin install splunk elasticsearch.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regla. Guarda officespawnspowershell.yml: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title: Office lanza PowerShell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logsource: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product: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category: processcreation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Sigma para rundll32.exe con argumentos sospechosos.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modificadores |contains y |re para detectar PowerShell ofuscado.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tu regla a dos backends distintos y compara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3 falsos positivos plausibles y añádelos al campo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5 reglas a sus técnicas ATT&amp;CK correctas.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con condition de umbral (| count() by ... &gt; 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dos reglas Sigma propias (una de ejecución, una de persistencia) con tags ATT&amp;CK, falsos positivos documentados y sus conversiones a tu SIEM. Criterio de aceptación: al menos una regla, ya convertida, dispara sobre tu actividad simulada en el SIEM y NO dispara con la actividad benigna de línea base; la CLI convierte ambas sin errores de sintaxis.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convert falla por pipeline — Falta el pipeline (ECS/CIM); instala/indica -p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consulta no matchea campos — Nombres de campo distintos en tu SIEM; usa el pipeline de mapeo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dispara con todo — condition demasiado amplia; añade selecciones y filtros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Wildcards no funcionan — Usaste  sin modificador; emplea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YAML inválido — Indentación o listas mal formadas; valida con linter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¿Sigma reemplaza al lenguaje de mi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 reemplaza: lo genera. Escribes en Sigma y compilas a SPL/EQL/KQL. Ganas portabilidad y una única fuente de verdad para tus detecciones.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versionar mis reglas como código?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y deberías. Guarda tu carpeta de reglas en un repositorio, con revisión y CI que valide sintaxis y conversión (detección como código, clase 199).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usar las reglas de SigmaHQ tal cual?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Úsalas como base, pero adáptalas: cada entorno tiene sus falsos positivos. Copiar sin afinar genera fatiga de alertas.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SigmaHQ (repositorio y specification) —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Specification — &lt;https://github.com/SigmaHQ/sigma-specification&gt;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sigma-cli / pySigma — &lt;https://github.com/SigmaHQ/sigma-cli&gt;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Roth, F. y equipo SigmaHQ, documentación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