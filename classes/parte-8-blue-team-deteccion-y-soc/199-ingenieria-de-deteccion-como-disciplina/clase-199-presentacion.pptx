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199 — Ingeniería de detección como disciplina</a:t>
            </a:r>
          </a:p>
          <a:p>
            <a:r>
              <a:rPr sz="1600">
                <a:solidFill>
                  <a:srgbClr val="2E8B57"/>
                </a:solidFill>
              </a:rPr>
              <a:t>parte 8 blue team deteccion y soc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Tratar la detección como ingeniería, no como un conjunto de reglas sueltas: un ciclo de vida con requisitos, desarrollo, pruebas, despliegue, versionado y retiro, gestionado como código (detection-as-code) con CI/CD. Aprenderás a documentar detecciones, medir su calidad, validarlas contra ataques reales y evitar la degradación silenciosa de tu cobertura.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el ciclo de vida de una detección (idea → desarrollo → prueba → producción → retiro).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Gestionar detecciones como código en un repositorio con CI/CD.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Documentar cada detección con metadatos, contexto y respuesta esperada.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Validar detecciones con Atomic Red Team y pruebas automatizadas.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Medir calidad (precisión, falsos positivos, cobertura, deuda de detección).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Detection Engineering como disciplina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Ciclo de vida de una detección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Detection-as-code y control de versiones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CI/CD para detecciones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Documentación y metadatos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Validación con Atomic Red Team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Calidad y deuda de detección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Ingeniería de detección: disciplina de crear, probar y mantener detecciones con rigor de ingeniería. Característica: ciclo de vida, calidad medible y mejora continua.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Detection-as-code: gestionar reglas como código versionado (Sigma en Git). Característica: revisión por pares, historial y reproducibilidad.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CI/CD de detecciones: pipeline que valida sintaxis, convierte y prueba reglas automáticamente. Característica: previene reglas rotas en producción.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Metadatos de detección: contexto de la regla (autor, ATT&amp;CK, falsos positivos, respuesta). Característica: acelera el triaje y el mantenimiento.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Validación: ejecutar la técnica y comprobar que la regla dispara. Característica: distingue cobertura real de teórica.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Deuda de detección: reglas obsoletas, ruidosas o sin dueño. Característica: degrada la señal si no se gestiona.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Precisión de detección: proporción de alertas verdaderas sobre el total. Característica: mide la calidad, no la cantidad.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repositorio Git para tus reglas Sigma (clase 186) como fuente de verdad.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sigma-cli/pySigma en un pipeline de CI (GitHub Actions/GitLab CI) para validar y convertir.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Atomic Red Team para validar que cada detección dispara ante su técnica.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Tu SIEM de laboratorio como destino de despliegue.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plantilla de metadatos por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validaciones con Atomic Red Team se ejecutan solo en tu laboratorio propio y aislado.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Un pipeline de detección como código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Estructura el repo. Crea detections/ con tus reglas Sigma y una plantilla de metadatos (título, ATT&amp;CK, fuente de datos, falsos positivos, respuesta).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validación de sintaxis. Un job de CI que corra sigma check sobre todas las reglas al hacer push.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automáticamente. Otro paso que compile cada regla a tu backend (sigma convert) y falle si alguna no compila.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detección nueva. Por ejemplo, ejecución de certutil descargando un archivo (T1105).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 con Atomic. Ejecuta el test atómico correspondiente en tu laboratorio y confirma que la regla dispara en el SIEM.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la respuesta. Añade a la regla qué debe hacer el analista cuando dispare (triaje, contención).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Gestiona el ciclo. Marca una regla vieja y ruidosa para retiro; registra la decisión en el historial de Git.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la plantilla de metadatos de una detección completa.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el pipeline de CI (pseudo-YAML) que valide y convierta reglas.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 una detección con el test de Atomic Red Team adecuado.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criterios objetivos para retirar una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la precisión de una regla con TP/FP de ejemplo.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el versionado ayuda a auditar cambios de detección.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mini repositorio de detección como código con al menos tres reglas documentadas, un pipeline que valida y convierte sintaxis, y la evidencia de que una de ellas fue validada con Atomic Red Team en tu laboratorio. Criterio de aceptación: el pipeline falla ante una regla con sintaxis inválida y pasa con las correctas, cada detección incluye metadatos y respuesta esperada, y demuestras que la técnica ejecutada con Atomic dispara la regla correspondiente en el SIEM.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Regla rota llega a producción — Sin CI de validación; añade sigma check al pipeline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Nadie sabe qué hace una alerta — Falta documentación/respuesta; exige metadatos por regla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Cobertura "teórica" que no dispara — No validada; prueba con Atomic Red Team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Reglas ruidosas acumuladas — Deuda de detección sin gestionar; revisa y retira periódicamente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Cambios sin trazabilidad — Detecciones fuera de control de versiones; muévelas a Git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tratar detecciones como software?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comparten problemas: calidad, regresiones, mantenimiento y colaboración. Aplicar control de versiones, revisión y CI evita que tu cobertura se degrade sin que nadie lo note.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¿Toda detección debe validarse con Atomic?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Siempre que exista un test atómico aplicable, sí: la cobertura teórica engaña. Validar demuestra que la regla dispara ante la técnica real y no solo en el papel.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¿Cuándo retiro una detección?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Cuando su ratio de falsos positivos es insostenible, la técnica ya no aplica, o otra regla la cubre mejor. Documenta la decisión: retirar también es ingeniería.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SigmaHQ y Sigma Specification — &lt;https://github.com/SigmaHQ/sigma&gt;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Atomic Red Team — &lt;https://github.com/redcanaryco/atomic-red-team&gt;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&lt;https://attack.mitre.org/&gt;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Palantir, "Alerting and Detection Strategy Framework" — &lt;https://github.com/palantir/alerting-detection-strategy-framework&gt;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Splunk, "Detection Engineering" (recursos formativos).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