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198 — Casos de estudio de detección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todo lo aprendido en la parte resolviendo casos realistas de detección de principio a fin: desde el compromiso inicial hasta la exfiltración, reconstruyendo la cadena de ataque con telemetría de endpoint y red, mapeándola a ATT&amp;CK y proponiendo las detecciones que la habrían atrapado antes. Es la clase de síntesis práctica del blue team.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Reconstruir una intrusión completa a partir de telemetría heterogénea.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cada fase del ataque a técnicas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en qué punto cada detección habría interrumpido la cadena.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mejoras de detección con base en los huecos observados.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Comunicar el caso con una línea de tiempo y lecciones aprendidas.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Método de análisis de caso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Caso 1: phishing → ejecución → persistencia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Caso 2: movimiento lateral → dominio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Caso 3: C2 → exfiltración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Reconstrucción de línea de tiempo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Mapeo a ATT&amp;CK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Puntos de detección perdidos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caso: estudio estructurado de una intrusión para extraer detecciones y lecciones. Característica: enfoque retrospectivo con valor prospectivo.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Línea de tiempo (timeline): secuencia ordenada de eventos del incidente. Característica: base de toda reconstrucción; requiere tiempo sincronizado (clase 182).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de ataque: fases del compromiso (acceso inicial → ejecución → persistencia → lateral → C2 → exfiltración). Característica: cada eslabón es una oportunidad de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Punto de detección: momento donde una regla habría disparado. Característica: cuanto más temprano, menor el daño.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Pivot: paso de un dato a otro relacionado (proceso→conexión→host). Característica: técnica central de la investigación.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Lección aprendida: mejora concreta derivada del caso. Característica: debe traducirse en detección, control o proceso.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dataset de intrusión realista: Splunk BOTS, Security Onion con PCAP/logs de ejemplo, o EVTX-ATTACK-SAMPLES (colección de Event Logs de ataques).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SIEM (Splunk/Elastic) para consultar la telemetría del 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Navigator para el mapeo.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plantilla de reporte de incidente con línea de tiempo.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sobre datasets públicos o de tu laboratorio; no analices datos de terceros sin autorización.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Resuelve una intrusión completa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Carga el dataset. Importa BOTS o los EVTX de ataque en tu SIEM.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Establece el punto de partida. Localiza el acceso inicial (correo de phishing, adjunto, primer proceso anómalo) y fija el T0.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Sigue la ejecución. Pivota del adjunto al proceso (Sysmon 1), a la línea de comandos y a la descarga (Event 3/proxy).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persistencia. Busca tareas programadas, Run keys o servicios creados (4698, Sysmon 13, 7045).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Rastrea el movimiento lateral. Correlaciona logons entre hosts (clase 192): PsExec/WMI/WinRM, 4624 tipo 3/10.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el C2 y la exfiltración. Identifica beaconing (clase 193) y salida de datos anómala (clase 191).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la timeline. Ordena todos los eventos con su técnica ATT&amp;CK asociada en una tabla.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la fase de acceso inicial de un caso con sus eventos.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las 6 fases de un caso a técnicas ATT&amp;CK concretas.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punto de detección más temprano posible y su regla.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5 lecciones aprendidas accionables.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detección nueva derivada de un hueco del 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Elabora la línea de tiempo del caso en una sola tabla.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caso completo entregando: línea de tiempo con técnicas ATT&amp;CK por fase, identificación de los puntos de detección perdidos y al menos tres detecciones nuevas que habrían interrumpido la cadena antes. Criterio de aceptación: la timeline cubre desde el acceso inicial hasta la exfiltración de forma coherente y con tiempos ordenados, cada fase está mapeada a su técnica correcta, y las detecciones propuestas son verificables (probadas o expresadas como reglas Sigma/SIEM concretas).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Timeline desordenada — Tiempos no sincronizados; normaliza a UTC (clase 182)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Fases sin evidencia — Punto ciego de telemetría; anótalo como hueco a cerrar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Mapeo ATT&amp;CK forzado — Técnica mal asignada; verifica el procedimiento real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ataque era indetectable" — Casi nunca; suele faltar una fuente o una regla, no ser imposible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Reporte sin acciones — Análisis sin lecciones; cada caso debe producir mejoras concretas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estudiar casos si ya sé las técnicas?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la realidad mezcla fases, ruido y datos incompletos. Los casos entrenan el pivoteo, la reconstrucción y el criterio, que ninguna clase teórica da por sí sola.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¿Dónde consigo datos realistas para practicar?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Splunk BOTS, Security Onion, EVTX-ATTACK-SAMPLES y los datasets de Atomic Red Team ofrecen telemetría de ataques reproducible y legal para entrenar.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objetivo es encontrar al atacante o mejorar la detección?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Ambos, pero el valor duradero está en las detecciones y lecciones que dejas: cada caso resuelto debe hacer al SOC más difícil de sorprender la próxima vez.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Bejtlich, R. The Practice of Network Security Monitoring.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Sanders, C. y Smith, J. Applied Network Security Monitoring. Syngress.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Splunk BOTS datasets — &lt;https://github.com/splunk/botsv3&gt;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EVTX-ATTACK-SAMPLES — &lt;https://github.com/sbousseaden/EVTX-ATTACK-SAMPLES&gt;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&lt;https://attack.mitre.org/&gt;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