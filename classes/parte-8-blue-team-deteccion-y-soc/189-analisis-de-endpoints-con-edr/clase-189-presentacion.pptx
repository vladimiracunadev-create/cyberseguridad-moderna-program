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189 — Análisis de endpoints con EDR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es un EDR (Endpoint Detection and Response), qué telemetría produce, cómo se investiga una alerta de endpoint y cómo se contiene un host. Trabajarás con conceptos y herramientas abiertas equivalentes (Velociraptor, Wazuh, osquery) para practicar sin depender de un producto comercial, y sabrás leer un árbol de procesos y una línea de tiempo de actividad.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las capacidades de un EDR: detección, telemetría, respuesta y aislamiento.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Investigar una alerta reconstruyendo el árbol de procesos y su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el estado de endpoints con osquery/Velociraptor.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acciones de contención (aislar host, matar proceso) de forma responsable.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EDR, EPP y XDR.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EPP vs EDR vs XDR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Telemetría de endpoint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Árbol de procesos y linaje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Detección conductual vs firmas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Respuesta: aislar, matar, recolectar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osquery y consultas de flota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Velociraptor y VQL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EDR: solución que registra actividad de endpoint, detecta comportamientos maliciosos y permite responder remotamente. Característica: telemetría continua + capacidad de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EPP (Endpoint Protection Platform): antivirus/antimalware de prevención. Característica: bloquea conocido; el EDR detecta lo desconocido por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XDR: correlación extendida entre endpoint, red, identidad y nube. Característica: unifica señales que un EDR aislado no 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Árbol de procesos: relación padre-hijo de procesos con sus argumentos. Característica: revela el linaje de una ejecución sospechosa.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osquery: expone el SO como tablas SQL consultables. Característica: hunting e inventario en lenguaje familiar.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Velociraptor: plataforma DFIR/hunting con su lenguaje VQL. Característica: recolección forense y caza a escala de flota.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Aislamiento de host: desconecta el endpoint de la red salvo del EDR. Característica: contiene sin apagar, preservando evidencia.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laboratorio aislado: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osquery en Windows/Linux para consultas de estado.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Velociraptor (servidor + cliente) para hunting y colección.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 (clase 185) como capa de detección de endpoint gratuita.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como fuente de telemetría 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prueba de un EDR comercial en su edición de evaluación.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acciones de respuesta (aislar, matar procesos) se practican solo sobre tus propias máquinas de laboratorio.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Investiga y contén un endpoint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la telemetría. Sysmon + agente Velociraptor + osquery en el Windows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actividad sospechosa. En la VM, simula una cadena benigna-pero-anómala (p. ej. cmd.exe lanzando powershell -enc ... con un script inofensivo).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el árbol. En Velociraptor, ejecuta un artefacto de listado de procesos o consulta la telemetría Sysmon para ver padre→hijo→nieto.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la flota con osquery. SELECT name, path, parent FROM processes WHERE name='powershell.exe'; y correlaciona con conexiones: tabla processopensockets.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línea de tiempo. Ordena por time los eventos: creación de proceso, archivo escrito, conexión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Contén. Con Velociraptor, ejecuta un flujo de aislamiento de host de laboratorio y verifica que solo el agente mantiene conectividad.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 evidencia. Lanza una colección (procesos, autoruns, prefetch) para preservar el estado antes de remediar.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3 consultas osquery para hunting (procesos sin firma, autoruns, usuarios).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matar un proceso y aislar el host, y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un árbol de procesos a partir de eventos Sysmon.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EDR y antivirus con un ejemplo de amenaza que solo uno detecta.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artefacto de Velociraptor para listar tareas programadas.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3 técnicas de tamper de EDR y una mitigación para cada una.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una actividad sospechosa simulada en tu endpoint de laboratorio y entrega: árbol de procesos, línea de tiempo, evidencia recolectada y la acción de contención aplicada. Criterio de aceptación: reconstruyes correctamente la cadena padre→hijo hasta el proceso sospechoso, muestras al menos una conexión de red asociada, y demuestras que tras el aislamiento el host solo conserva el canal del agente.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Matas el proceso y pierdes evidencia — Recolecta antes de responder; aísla en vez de apagar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EDR no ve el ataque — Telemetría insuficiente o exclusiones amplias; revisa cobertura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osquery devuelve vacío — Tabla equivocada o permisos; verifica con .tables y privilegios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Host aislado sin poder investigar — Regla de aislamiento bloqueó también al agente; ajusta la política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Alertas EDR sin contexto de linaje — Falta correlación padre-hijo; habilita registro de línea de comandos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¿EDR o antivirus?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Ambos. El EPP/AV bloquea lo conocido y barato de parar; el EDR detecta comportamiento y permite responder. Se complementan; el AV suele ser una capa del EDR.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practicar EDR sin comprar uno?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Sí. Velociraptor, osquery, Wazuh y Sysmon cubren los conceptos clave —telemetría, hunting, colección y respuesta— de forma gratuita y realista.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EDR es infalible?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Existen técnicas de evasión y tamper. Por eso el blue team combina EDR con telemetría de red, identidad y hunting: defensa en profundidad.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Velociraptor Documentation — &lt;https://docs.velociraptor.app/&gt;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osquery Documentation — &lt;https://osquery.readthedocs.io/&gt;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táctica Defense Evasion — &lt;https://attack.mitre.org/tactics/TA0005/&gt;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 Endpoint Security — &lt;https://documentation.wazuh.com/&gt;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