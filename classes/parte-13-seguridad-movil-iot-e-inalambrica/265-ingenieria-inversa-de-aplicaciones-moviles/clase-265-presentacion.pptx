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265 — Ingeniería inversa de aplicaciones móviles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ingeniería inversa (RE) de aplicaciones móviles combinando análisis estático (desensamblado y decompilación de bytecode/nativo) con análisis dinámico (instrumentación con Frida). El alumno recuperará la lógica de una app, entenderá algoritmos ofuscados, localizará y evadirá controles anti-tampering, y parcheará una app para modificar su comportamiento en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Decompilar APK (smali/Java) y binarios nativos Mach-O/ELF (.so).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código en Ghidra/jadx para reconstruir la lógica de una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funciones en runtime con Frida (hooks, tracing, modificación de retornos).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evadir ofuscación y anti-tampering (checks de integridad, 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Parchear smali o binarios y recompilar/reempaquetar una app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proceso de RE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Formatos: DEX, Mach-O, ELF, .so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Desensamblado y decompilación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dinámico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Tracing y 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Ofuscación y su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Anti-tampering y anti-debug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Parcheo y reempaquetado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DEX (Dalvik Executable): bytecode de Android; se desensambla a smali y se decompila a Java aproximado. Característica: legible con jadx.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suite de RE de la NSA para binarios nativos con decompilador a C. Característica: gratuita y potente para ARM/.so/Mach-O.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frida-trace: genera handlers automáticos para funciones y registra sus llamadas. Característica: descubre el flujo sin leer todo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Ofuscación: transformación que dificulta la lectura (renombrado, control-flow flattening, cadenas cifradas). Característica: aumenta el coste, no lo impide.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Anti-tampering: comprobaciones de integridad (firma, checksums) que detectan modificación. Característica: se evaden hookeando el check.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Reempaquetado: recompilar una app modificada y volver a firmarla. Característica: requiere una clave de firma propia.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d app.apk -o out           # smali +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jadx-gui app.apk                    # decompilación a Java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frida-trace -U -i "recv" -f &lt;paquete&gt;     # traza funciones que empiezan por recv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-U -l script.js -f &lt;paquete&gt;         # inyecta un script propio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b out -o mod.apk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apksigner sign --ks mykey.jks mod.apk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objetivo legítimo: un CrackMe de Android/iOS o una app propia con un "secreto" a recuperar.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Decompila: ábrela en jadx y localiza la clase/método que valida el secreto o realiza la lógica de interés.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nativo: si la lógica está en un .so, cárgalo en Ghidra y estudia la función exportada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 con Frida: hookea la función de validación, registra sus argumentos y su valor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retorno: cambia el resultado de la función (p. ej. forzar true) y observa el cambio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anti-tampering: si la app comprueba su firma, localiza el check y neutralízalo con un hook.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estáticamente: edita el smali correspondiente, recompila con apktool, firma con tu clave e instala la app modificada.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de Android recuperando el secreto solo con análisis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Frida que imprima los argumentos de una función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Ghidra una función nativa y renómbrala/anota según su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check de detección de debugger con un hook.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una condición en smali y demuestra el nuevo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esfuerzo de resolver el reto por vía estática vs. dinámica.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CrackMe móvil y recupera su secreto/flag por dos vías independientes: una estática (leyendo/parcheando el código) y una dinámica (hook con Frida). Criterio de aceptación: documentas ambos métodos con evidencia (captura del flag y el script/parche usado) y explicas cuál fue más eficiente y por qué.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muestra // decompilation failed — Ofuscación agresiva; recurre a smali o análisis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no engancha la función — Nombre/firma mal escritos o cargada tarde; usa frida-trace para descubrir símbolos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reempaquetada no instala — No está firmada o firma inválida; fírmala con apksigner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detecta el parche — Anti-tampering activo; evádelo con un hook antes de parchear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no reconoce el .so — Arquitectura equivocada; selecciona el binario ARM correcto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¿Estático o dinámico: cuál uso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Suelen combinarse. El estático da el mapa general; el dinámico confirma comportamiento y sortea ofuscación de cadenas y control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ofuscación hace imposible el 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Aumenta el tiempo y la dificultad, pero el código debe ejecutarse en el dispositivo, así que la instrumentación dinámica siempre observa el comportamiento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.so requiere Ghidra y el DEX 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DEX es bytecode de alto nivel decompilable casi a Java; el .so es código máquina ARM/x86 que necesita un decompilador de binarios nativos como Ghidra.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&lt;https://ghidra-sre.org/&gt;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jadx: &lt;https://github.com/skylot/jadx&gt; · Frida handbook: &lt;https://frida.re/docs/&gt;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Reverse Engineering: &lt;https://mas.owasp.org/MASTG/0x04c-Tampering-and-Reverse-Engineering/&gt;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