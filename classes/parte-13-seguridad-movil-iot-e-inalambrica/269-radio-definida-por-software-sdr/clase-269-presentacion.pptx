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269 — Radio definida por software (SDR)</a:t>
            </a:r>
          </a:p>
          <a:p>
            <a:r>
              <a:rPr sz="1600">
                <a:solidFill>
                  <a:srgbClr val="2E8B57"/>
                </a:solidFill>
              </a:rPr>
              <a:t>parte 13 seguridad movil iot e inalambrica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Introducir la radio definida por software (SDR) como herramienta para descubrir, capturar y analizar señales inalámbricas más allá de WiFi y Bluetooth: mandos remotos sub-GHz, sensores ISM, telemetría y protocolos propietarios. El alumno aprenderá conceptos de RF (IQ, frecuencia, ancho de banda, modulación), capturará señales con un RTL-SDR/HackRF y las demodulará para entender su contenido, respetando siempre la legalidad del espectro.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conceptos de RF: muestras IQ, frecuencia central, ancho de banda y modulación.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un SDR (RTL-SDR/HackRF) con GQRX/SDR#.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Descubrir y localizar señales en el espectro (waterfall).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Capturar señales a fichero IQ para análisis offline.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Demodular señales simples (OOK/ASK, FSK) con GNU Radio o Universal Radio Hacker.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un protocolo sub-GHz de un dispositivo propio (p. ej. un mando).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Fundamentos de RF e IQ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Hardware SDR (RTL-SDR/HackRF)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Waterfall y descubrimiento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Modulaciones (OOK/ASK, FSK)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Captura IQ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GNU Radio y URH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Legalidad del espectro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SDR: radio cuyo procesamiento se hace en software sobre muestras digitalizadas. Característica: flexible para muchas bandas y protocolos.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Muestras IQ: representación compleja (in-phase/quadrature) de la señal. Característica: contienen amplitud y fase para demodular cualquier esquema.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OOK/ASK: modulación por presencia/ausencia o amplitud de portadora, típica de mandos baratos. Característica: fácil de demodular visualmente.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FSK: modulación por desplazamiento de frecuencia. Característica: común en sensores y telemetría.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GNU Radio: framework de flujogramas para procesar señales. Característica: construye demoduladores por bloques.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Universal Radio Hacker (URH): herramienta que descubre, demodula y decodifica protocolos inalámbricos. Característica: acelera el análisis de tramas.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RTL-SDR (recepción, ~24–1766 MHz) o HackRF One (TX/RX 1 MHz–6 GHz, solo TX en laboratorio propio y bandas permitidas).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GQRX/SDR# para exploración, GNU Radio Companion y URH para análisis.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rtltest -t                         # prueba del RTL-SDR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gqrx                                # exploración con waterfall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rtlsdr -f 433920000 -s 2048000 -g 40 captura.iq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Conecta el SDR y verifica con rtltest que funciona sin pérdidas de muestras.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 el espectro: en GQRX, sintoniza la banda ISM de 433 MHz y observa el waterfall mientras accionas un mando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la señal: identifica la frecuencia central exacta de la ráfaga del mando.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IQ: graba la transmisión con rtlsdr o desde URH a la frecuencia adecuada.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Determina la modulación: en URH, visualiza la señal y decide si es OOK/ASK o FSK.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Demodula y decodifica: ajusta parámetros (samples/símbolo, umbral) hasta obtener los bits; identifica preámbulo y payload.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 el protocolo: compara varias pulsaciones para ver qué campos cambian (contador rolling code vs. código fijo).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la frecuencia central de un mando propio con GQRX.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tres pulsaciones del mismo botón a fichero IQ.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la modulación observando la forma de onda en URH.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Decodifica los bits de la trama y localiza el preámbulo.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pulsaciones para determinar si usa código fijo o rolling code.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los parámetros necesarios para reproducir la captura.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y decodifica la señal de un dispositivo sub-GHz propio (mando de garaje viejo, estación meteorológica, sensor). Criterio de aceptación: entregas la frecuencia, la modulación y la tasa de símbolo correctas, y una decodificación de los bits del payload con identificación de al menos el preámbulo y un campo de datos. No se requiere ni se permite retransmitir señales.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rtltest reporta pérdidas — USB saturado o ganancia mal; baja el sample rate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veo la señal en el waterfall — Frecuencia/ganancia incorrectas; ajusta y amplía el span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Demodulación da bits aleatorios — Samples/símbolo o umbral mal; recalíbralos en URH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Señal muy débil — Antena inadecuada; usa una sintonizada a la banda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Frecuencia ligeramente desviada — Error de PPM del SDR; calíbralo con rtltest -p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capturar cualquier frecuencia con un RTL-SDR?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No: cubre aproximadamente 24 MHz–1.7 GHz y solo recibe. Para bandas más altas o transmitir necesitas hardware como HackRF, siempre dentro de la ley.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legal escuchar señales de radio?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Depende del país y de la banda. Escuchar tus propios dispositivos en bandas ISM suele ser aceptable; interceptar comunicaciones ajenas o transmitir sin licencia no lo 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un rolling code y por qué importa?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código que cambia en cada uso para evitar ataques de repetición; distinguirlo de un código fijo es clave al analizar mandos y sistemas de acceso.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GNU Radio: &lt;https://www.gnuradio.org/&gt;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Universal Radio Hacker: &lt;https://github.com/jopohl/urh&gt;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RTL-SDR: &lt;https://www.rtl-sdr.com/&gt; · GQRX: &lt;https://gqrx.dk/&gt;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Practical IoT Hacking, caps. de radio — Chantzis et 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