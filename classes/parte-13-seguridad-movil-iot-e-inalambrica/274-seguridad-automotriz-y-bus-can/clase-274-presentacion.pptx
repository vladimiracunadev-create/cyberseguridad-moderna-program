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274 — Seguridad automotriz y bus CAN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 arquitectura de seguridad de un vehículo moderno y auditar su red interna a través del bus CAN. El alumno aprenderá cómo se comunican las ECUs, cómo interceptar y analizar tramas con can-utils sobre una interfaz SocketCAN, cómo hacer ingeniería inversa de mensajes para identificar funciones, y cuáles son las superficies de ataque remotas (telemática, infoentretenimiento, TPMS), practicando exclusivamente en simuladores o vehículos propios.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arquitectura de red de un vehículo (ECUs, buses, gateway).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trama CAN y por qué carece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SocketCAN y un CAN virtual/simulador.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y filtrar tráfico CAN con can-utils.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ingeniería inversa de mensajes para mapear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superficies de ataque remotas y mitigaciones.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del vehículo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Bus CAN y trama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OBD-II y acceso físico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SocketCAN y can-utils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Ingeniería inversa de tramas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UDS y diagnóstico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Superficies remotas y defensa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ECU (Electronic Control Unit): microcontrolador que gobierna un subsistema (motor, frenos, puertas). Característica: se comunica por CAN sin autenticar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 CAN: bus serie diferencial de difusión donde toda ECU ve todos los mensajes. Característica: sin cifrado ni autenticación; prioridad por arbitraje de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Trama CAN: mensaje con identificador (arbitration ID), DLC y hasta 8 bytes de datos. Característica: el ID indica prioridad y semántica, no remitente.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OBD-II: puerto de diagnóstico obligatorio que da acceso al/los bus(es). Característica: entrada física estándar para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SocketCAN: subsistema de Linux que expone CAN como interfaces de red. Característica: habilita can-utils (candump, cansend).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UDS (ISO 14229): protocolo de servicios de diagnóstico unificado. Característica: incluye rutinas y acceso de seguridad (seed/key) a veces débil.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Simulador ICSim (dashboard virtual) sobre vcan, o interfaz CANtact/CANable/OBD-II a USB en vehículo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can-utils (candump, cansend, cansniffer, cangen), SavvyCAN para análisis gráfico.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modprobe vcan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ip link add dev vcan0 type vcan &amp;&amp; sudo ip link set up vcan0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./setupvcan.sh                       # de ICSim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./icsim vcan0 &amp;                       # tablero simulado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./controls vcan0 &amp;                    # mando para generar tráfico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ICSim sobre vcan0 para trabajar sin riesgo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tráfico base: con candump y cansniffer identifica el flujo de IDs mientras el mando genera actividad.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una función: acciona un control (p. ej. intermitente/velocímetro) y usa cansniffer para ver qué ID/bytes cambian.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inversa: correlaciona la acción con la trama exacta; anota ID, offset de byte y rango de valores.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Reproduce: con cansend reproduce la trama para reproducir la función en el simulador (replay).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diagnóstico: revisa conceptualmente UDS (seed/key) y por qué un acceso de seguridad débil permite rutinas peligrosas.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Superficies remotas: documenta cómo telemática, infoentretenimiento y TPMS amplían la superficie y cómo un gateway seguro segmenta buses.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vcan0 y arranca ICSim.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ID y byte que controla el velocímetro simulado.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por replay el encendido de una señal (intermitente).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CAN no puede saber qué ECU envió una trama.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seed/key de UDS y su debilidad típica.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superficies de ataque remotas de un vehículo y su mitigación.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simulador ICSim, haz ingeniería inversa de una función (velocímetro, intermitentes o cerraduras) y reprodúcela mediante inyección de la trama correcta. Criterio de aceptación: identificas el arbitration ID y el/los byte(s) responsables, y demuestras con cansend que reproduces la función en el tablero simulado, documentando la trama exacta.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vcan0 no aparece — Falta modprobe vcan; cárgalo y crea la interfaz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candump no muestra nada — Interfaz caída o simulador parado; ip link set up y arranca ICSim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Replay no reproduce la función — ID/byte equivocado o el simulador reescribe el valor; reidentifica con cansniffer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Demasiado tráfico para analizar — Usa cansniffer y filtros por ID en lugar de candump crudo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Bitrate incorrecto (hardware real) — Configura el bitrate del bus (500k típico) al levantar la interfaz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practicar sin un coche?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 y es lo recomendable para empezar: ICSim sobre CAN virtual reproduce un tablero y su tráfico sin ningún riesgo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bus CAN es tan inseguro?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bus de difusión sin autenticación de origen ni cifrado: cualquier ECU (o atacante con acceso) puede leer todo e inyectar tramas que las demás aceptan como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llega un atacante remoto al CAN?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través de superficies conectadas (telemática celular, WiFi/Bluetooth del infoentretenimiento, TPMS) que, si no están bien segmentadas por un gateway, permiten pivotar hacia buses críticos.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Car Hacker's Handbook — Craig Smith (No Starch Press): &lt;https://nostarch.com/carhacking&gt;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can-utils: &lt;https://github.com/linux-can/can-utils&gt;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ICSim: &lt;https://github.com/zombieCraig/ICSim&gt;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SocketCAN (kernel): &lt;https://www.kernel.org/doc/html/latest/networking/can.html&gt;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