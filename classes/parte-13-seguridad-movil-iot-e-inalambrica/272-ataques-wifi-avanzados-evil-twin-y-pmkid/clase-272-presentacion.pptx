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272 — Ataques WiFi avanzados: Evil Twin y PMKID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ataques modernos contra redes WiFi WPA2/WPA3-PSK en un entorno propio y controlado: captura del handshake de 4 vías y del PMKID (sin necesidad de clientes conectados), crackeo offline con hashcat, y montaje de un Evil Twin con portal cautivo para capturar credenciales. El alumno entenderá por qué el PMKID cambió el juego, cómo WPA3-SAE resiste estos ataques, y qué defensas aplicar.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Poner una tarjeta WiFi en modo monitor y capturar tráfico 802.11.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un handshake WPA2 de 4 vías y un PMKID.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Crackear el hash resultante offline con hashcat.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Evil Twin con portal cautivo en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WPA3-SAE mitiga el crackeo offline.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defensas (contraseñas fuertes, WPA3, 802.1X, PMF).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802.11, modo monitor e inyección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Handshake WPA2 de 4 vías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Ataque PMKID (clientless)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Crackeo con hashcat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Evil Twin y portal cautivo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WPA3-SAE y PMF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 y detección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monitor: estado del adaptador que captura todos los frames 802.11 del canal. Característica: prerequisito para sniffing e inyección.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Handshake de 4 vías: intercambio WPA2 que deriva las claves de sesión a partir del PSK. Característica: capturable durante la asociación de un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PMKID: identificador incluido opcionalmente por el AP en el primer mensaje EAPOL, derivado del PMK. Característica: permite crackeo offline sin clientes.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hcxdumptool/hcxtools: utilidades para capturar PMKID/handshakes y convertirlos al formato de hashcat. Característica: automatizan la captura clientless.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Evil Twin: AP falso que imita el SSID legítimo para atraer clientes. Característica: combinado con portal cautivo, captura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WPA3-SAE (Dragonfly): handshake con autenticación simultánea de iguales resistente a diccionario offline. Característica: elimina el crackeo del handshake capturado.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Adaptador WiFi con soporte de modo monitor e inyección (chipsets Atheros/Ralink/MediaTek), AP propio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Aircrack-ng, hcxdumptool/hcxtools, hashcat, hostapd/hostapd-mana o wifiphisher para Evil Twin.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airmon-ng start wlan0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airodump-ng wlan0mon                 # descubrir tu AP y su canal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airodump-ng -c 6 --bssid AA:BB:CC:DD:EE:FF -w cap wlan0mon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aireplay-ng --deauth 3 -a AA:BB:CC:DD:EE:FF wlan0mon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hcxdumptool -i wlan0mon -o pmkid.pcapng --enablestatus=1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el laboratorio: configura tu propio AP con WPA2-PSK y una contraseña de prueba que esté en tu diccionario.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monitor: activa airmon-ng y localiza tu AP y su canal con airodump-ng.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el handshake: filtra por tu BSSID/canal y provoca la reconexión de tu cliente con una deauth breve.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el PMKID: con hcxdumptool obtén el PMKID de tu AP sin clientes y conviértelo a .hc22000.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Crackea offline: usa hashcat modo 22000 con un diccionario; recupera la contraseña de prueba.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Evil Twin: con hostapd/wifiphisher levanta un AP con el mismo SSID y un portal cautivo en laboratorio aislado; observa el flujo de captura de credenciales con un cliente de pruebas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con WPA3: reconfigura el AP a WPA3-SAE e intenta el mismo ataque; constata que el crackeo offline ya no aplica.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 tu adaptador en modo monitor y lista las redes de tu entorno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un handshake de 4 vías de tu propia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Obtén el PMKID de tu AP y conviértelo al formato de hashcat.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Crackea el hash con un diccionario y mide el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un Evil Twin con portal cautivo en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el ataque contra WPA3 y explica por qué falla.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tu propia red WPA2, captura el PMKID, conviértelo y recupera la contraseña con hashcat. Criterio de aceptación: hashcat muestra la clave crackeada correspondiente a la contraseña que configuraste, y explicas la diferencia con el intento equivalente sobre WPA3-SAE, que no debe ser crackeable offline.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entra en modo monitor — Chipset sin soporte; usa un adaptador compatible y mata procesos con airmon-ng check kill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Handshake no válido — Captura incompleta; asegura los 4 mensajes EAPOL o usa PMKID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PMKID vacío — El AP no lo expone o usa WPA3; prueba el handshake tradicional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muy lento — Diccionario/hardware; usa GPU y reglas, o un diccionario dirigido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Evil Twin sin clientes — Señal débil o PMF activo; ajusta potencia en tu laboratorio aislado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ataque PMKID necesita clientes conectados?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No: esa es su ventaja. Se obtiene directamente del AP si este incluye el PMKID, permitiendo crackeo offline sin esperar a un handshake.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¿WPA3 es inmune a todo esto?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 el crackeo offline del handshake gracias a SAE, pero no a contraseñas triviales ni a todos los fallos de implementación (p. ej. Dragonblood). Sigue siendo mucho más resistente que WPA2.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Evil Twin funciona incluso con WPA2 fuerte?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ataca al usuario, no al cifrado: si la víctima se conecta al AP falso e introduce credenciales en un portal, la fortaleza del cifrado del AP legítimo es irrelevante. PMF y verificación de servidor lo mitigan.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Aircrack-ng: &lt;https://www.aircrack-ng.org/&gt;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hcxdumptool/hcxtools: &lt;https://github.com/ZerBea/hcxdumptool&gt;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(modo 22000): &lt;https://hashcat.net/wiki/doku.php?id=crackingwpawpa2&gt;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Hacking Exposed Wireless — Joshua Wright, Johnny Cache.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