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275 — Seguridad de dispositivos médicos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los riesgos de ciberseguridad únicos de los dispositivos médicos —donde un fallo puede causar daño físico directo a un paciente— y cómo se evalúan y regulan. El alumno estudiará la superficie de ataque de dispositivos implantables (marcapasos, bombas de insulina) y hospitalarios (bombas de infusión, monitores), los estándares y regulaciones aplicables (FDA, IEC 62304/80001, MDR), y el marco ético/legal que hace de esta un área especialmente sensible.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superficie de ataque de dispositivos médicos implantables y hospitalarios.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sistemas médicos priorizan seguridad del paciente (safety) y disponibilidad.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vulnerabilidades históricas reales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marco regulatorio (FDA, IEC 62304, IEC 80001, MDR) a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divulgación coordinada de vulnerabilidades de forma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 alineados con guías de la FDA y AAMI.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Panorama y safety vs. security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Dispositivos implantables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Dispositivos hospitalarios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Vulnerabilidades históricas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Regulación (FDA, IEC, MDR)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SBOM y gestión de parches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Divulgación coordinada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Dispositivo médico implantable (IMD): dispositivo dentro del cuerpo (marcapasos, DAI) con telemetría inalámbrica. Característica: restricciones severas de energía y de seguridad del paciente.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Bomba de infusión: dispositivo que administra fármacos; frecuentemente en red. Característica: una manipulación de dosis puede ser letal.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Safety vs. security: safety protege al paciente de fallos; security protege de ataques. Característica: en medicina, security es un requisito de safety.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62304: estándar del ciclo de vida del software de dispositivos médicos. Característica: exige gestión de riesgos del software.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80001: gestión de riesgo de dispositivos médicos en redes de TI. Característica: gobierna su integración hospitalaria.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(Software Bill of Materials): inventario de componentes de software. Característica: la FDA lo exige para rastrear vulnerabilidades de terceros.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unidades de laboratorio propias / retiradas de servicio o simuladores; nunca dispositivos clínicos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Técnicas heredadas de esta parte: análisis de firmware (267), hardware UART/JTAG (268), SDR (269) y BLE (271) aplicadas éticamente.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regulatoria: FDA guidance, MDS2 (Manufacturer Disclosure Statement for Medical Device Security).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 esta clase: mayormente conceptual, regulatorio y de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laboratorio práctico consiste en análisis de caso, modelado de amenazas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redacción de un informe de divulgación coordinada — NO en atacar hardware médico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caso público documentado (p. ej. vulnerabilidades divulgadas en bombas de infusión o marcapasos) a partir de avisos de la FDA/ICS-CERT (CISA).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la amenaza: identifica activos (paciente, dosis, telemetría), vectores (RF, red, físico) y consecuencias de safety.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superficie de ataque por capas (app clínica, red hospitalaria, RF del implante, firmware) reutilizando el enfoque de la clase 266.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controles existentes: cifrado de telemetría, autenticación, límites de dosis codificados por hardware, watchdog.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el marco regulatorio: relaciona el caso con requisitos de la guía de la FDA, IEC 62304 y IEC 80001.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divulgación coordinada: simula un informe responsable dirigido al fabricante (impacto, reproducción a alto nivel, plazo, sin exploit público).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mitigaciones: SBOM, segmentación de red clínica, actualizaciones firmadas, límites de seguridad físicos.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 superficie de ataque de un marcapasos con telemetría inalámbrica.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en medicina la seguridad es un requisito de safety.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una vulnerabilidad médica real divulgada y su impacto potencial.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 un hallazgo con IEC 62304 e IEC 80001.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borrador de aviso de divulgación coordinada.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límite de seguridad de hardware que evite una sobredosis por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informe de evaluación de riesgo y divulgación coordinada para un dispositivo médico (basado en un caso público o una unidad de laboratorio propia). Criterio de aceptación: el informe incluye un modelo de amenazas con al menos tres vectores, mapea cada riesgo a un requisito regulatorio concreto (FDA/IEC), y propone un proceso de divulgación responsable con plazos, sin publicar ningún exploit funcional.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Síntoma / problema — Causa y cómo abordarlo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Probar hardware clínico activo — Riesgo a vidas y delito; usa solo unidades de laboratorio o análisis de casos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security y safety por separado — En medicina se integran; modela ambas juntas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el exploit sin coordinar — Puede causar daño; sigue divulgación coordinada con el fabricante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ciclo de vida largo — Dispositivos operan décadas; planifica parcheo y SBOM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red aislada — Los hospitales están cada vez más conectados; aplica IEC 80001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seguridad de dispositivos médicos es diferente de otro IoT?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impacto es directo sobre la salud y la vida del paciente, el ciclo de vida es larguísimo, el parcheo es difícil (requiere revalidación clínica) y hay regulación estricta.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investigar la seguridad de un dispositivo médico legalmente?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sobre unidades propias/retiradas de servicio y siguiendo divulgación coordinada. Muchos fabricantes tienen programas de reporte. Nunca sobre dispositivos conectados a pacientes.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papel juega el SBOM?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 saber qué componentes de terceros usa el dispositivo para reaccionar cuando aparece una vulnerabilidad en una librería, algo crítico dado su ciclo de vida prolongado.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FDA — Cybersecurity in Medical Devices: &lt;https://www.fda.gov/medical-devices/digital-health-center-excellence/cybersecurity&gt;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ICS Medical Advisories: &lt;https://www.cisa.gov/news-events/cybersecurity-advisories&gt;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62304 e IEC 80001 (ciclo de vida y gestión de riesgo en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secciones de dispositivos médicos — Chantzis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