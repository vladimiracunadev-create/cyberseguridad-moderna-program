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262 — Pentest de aplicaciones Android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evaluación de seguridad completa de una aplicación Android combinando análisis estático (SAST), dinámico (DAST) e instrumentación en tiempo de ejecución. El alumno montará el entorno, interceptará el tráfico HTTPS de la app, evadirá certificate pinning y detección de root en laboratorio, y buscará las vulnerabilidades del top de OWASP MASVS: almacenamiento inseguro, comunicación débil y lógica del lado del cliente evadible.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un laboratorio de pentest móvil con emulador rooteado y proxy interceptor.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análisis estático de un APK con MobSF y apktool.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Interceptar tráfico TLS instalando un CA propio y evadiendo pinning con Frida.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Instrumentar la app en runtime con Frida para saltar controles del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almacenamiento inseguro en SharedPreferences, SQLite y ficheros.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hallazgos mapeados a OWASP MASVS con evidencia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Montaje del laboratorio y proxy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Análisis estático con MobSF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Interceptación TLS y CA de usuario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Evasión de pinning con Frida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Almacenamiento inseguro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Controles del lado del cliente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Reporte según MASVS/MASTG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MobSF (Mobile Security Framework): plataforma de análisis estático y dinámico de APK/IPA. Característica: informe automatizado con hallazgos y evidencias.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Certificate pinning: la app solo confía en un certificado/clave concreto, ignorando el almacén del sistema. Característica: rompe la interceptación con proxy salvo que se evada.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Frida: toolkit de instrumentación dinámica que inyecta JavaScript en el proceso de la app. Característica: modifica métodos en runtime sin recompilar.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objection: framework sobre Frida con comandos listos (bypass pinning, root detection, volcado de Keystore). Característica: acelera tareas comunes.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MASVS: estándar de requisitos de seguridad para apps móviles. Característica: define niveles L1/L2 y controles verificables.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Smali: representación legible del bytecode Dalvik tras desensamblar con apktool. Característica: permite parchear y recompilar la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 root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 push frida-server /data/local/tmp/ &amp;&amp; adb shell "chmod 755 /data/local/tmp/frida-server"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 shell "/data/local/tmp/frida-server &amp;"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frida-tools objection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run -it --rm -p 8000:8000 opensecurity/mobile-security-framework-mobsf:latest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Suite o mitmproxy como proxy; instala su CA en el almacén del sistema del AVD.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apktool, jadx y jd-gui para desensamblar/decompilar.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la app objetivo: instala una app vulnerable propia (p. ej. InsecureBankv2) con adb install app.apk.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estático: sube el APK a MobSF. Anota secretos hardcodeados, permisos peligrosos y componentes exportados que reporte.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Desensambla: apktool d app.apk -o appsrc y jadx app.apk. Busca cadenas sospechosas: grep -ri "http://\|password\|apikey" appsrc.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el proxy: define el proxy del AVD hacia Burp e instala el CA de Burp como certificado del sistema (con root: remonta /system y copia el .0).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Evade el pinning: lanza objection -g &lt;paquete&gt; explore y ejecuta android sslpinning disable, o usa un script Frida de bypass. Verifica que el tráfico HTTPS aparece en Burp.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almacenamiento: navega la app y luego inspecciona /data/data/&lt;paquete&gt;/: sharedprefs/.xml, bases databases/.db (ábrelas con sqlite3), y ficheros en claro.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Salta root detection: si la app se cierra al detectar root, usa objection/Frida (android root disable) y documenta el bypass.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y decompila un APK propio y localiza una URL o clave hardcodeada.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el CA de Burp como certificado de sistema y demuestra interceptación de una petición.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(o adapta) un script Frida que registre los argumentos de una función de login.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Vuelca una base SQLite de la app y extrae datos almacenados sin cifrar.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los hallazgos automáticos de MobSF con los que encontraste manualmente y explica las diferencias.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cinco hallazgos a los controles MASVS-STORAGE, MASVS-NETWORK y MASVS-RESILIENCE.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un pentest completo de una app deliberadamente vulnerable y entrega un mini-informe con al menos tres hallazgos de categorías distintas (almacenamiento, comunicación, resiliencia), cada uno con evidencia reproducible. Criterio de aceptación: para el hallazgo de comunicación, incluyes una captura del tráfico HTTPS interceptado tras evadir el pinning, demostrando que el bypass funcionó.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no ve tráfico HTTPS — El CA no está en el almacén de sistema o hay pinning; instala CA de sistema y evade pinning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Failed to spawn: unable to find process (Frida) — frida-server no corre o versión distinta; empareja versiones cliente/servidor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 se cierra al abrir — Root/emulador/pinning detection; usa objection para desactivarlos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apktool falla al recompilar — Recursos corruptos; usa -r o trabaja con smali sin recompilar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 instalado como "usuario" ignorado — Desde Android 7 las apps ignoran CA de usuario; instálalo como sistema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Burp no intercepta aunque instalé el certificado?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Desde Android 7, las apps por defecto no confían en CA de usuario. Debes instalarlo como CA de sistema (requiere root) y, si hay pinning, evadirlo con Frida/objection.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el código fuente para hacer el pentest?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Con el APK basta: se desensambla a smali y se decompila a Java aproximado con jadx; Frida instrumenta el binario en runtime.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suficiente MobSF para un informe profesional?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MobSF acelera el triage, pero genera falsos positivos y no valida explotabilidad. El análisis manual y dinámico es indispensable.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MASTG — Android testing: &lt;https://mas.owasp.org/MASTG/&gt;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MASVS: &lt;https://mas.owasp.org/MASVS/&gt;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 — &lt;https://frida.re/docs/android/&gt; · objection — &lt;https://github.com/sensepost/objection&gt;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Mobile Application Hacker's Handbook, caps. de análisis Android.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