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266 — Seguridad de IoT: panorama y superficie de ataque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modelo mental completo de la superficie de ataque de un dispositivo IoT: aplicación móvil, API/nube, comunicaciones de red, firmware y hardware físico. El alumno aprenderá a mapear metódicamente esas capas, a aplicar el OWASP IoT Top 10 y a planificar una evaluación de seguridad de un dispositivo conectado propio, sentando las bases para las clases prácticas de firmware, hardware y radio que siguen.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la superficie de ataque IoT en sus cinco capas (móvil, nube/API, red, firmware, hardware).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OWASP IoT Top 10 a un dispositivo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servicios y protocolos de un dispositivo con herramientas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evaluación (threat model) para un dispositivo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debilidades recurrentes del ecosistema IoT.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laboratorio seguro y aislado para pruebas IoT.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producto IoT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OWASP IoT Top 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de red y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APIs y comunicación con la nube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Threat modeling del dispositivo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Laboratorio aislado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Credenciales y actualización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ataque IoT: conjunto de todos los puntos de entrada del sistema (app, API, radio, puertos, interfaces físicas). Característica: es multicapa y a menudo se pivota entre capas.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IoT Top 10: lista de los diez riesgos más críticos en IoT (credenciales débiles, servicios inseguros, interfaces inseguras, falta de actualización, etc.). Característica: guía de priorización.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MQTT/CoAP: protocolos de mensajería ligeros habituales en IoT. Característica: frecuentemente sin autenticación ni cifrado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model: representación estructurada de activos, amenazas y vectores. Característica: dirige el pentest hacia lo que más importa.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Hardcoded credentials: credenciales embebidas en el firmware o la app. Característica: comprometen todos los dispositivos del mismo modelo.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OTA (Over-The-Air) update: mecanismo de actualización remota del firmware. Característica: si no está firmado, permite instalar firmware malicioso.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Dispositivo IoT propio de bajo costo (cámara, enchufe, bombilla inteligente) para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Nmap, Wireshark, netcat para enumeración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Router/AP de laboratorio aislado o VLAN dedicada para contener el dispositivo.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Suite/mitmproxy para inspeccionar el tráfico app↔nube.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-sn 192.168.50.0/24                     # host discovery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-sV -p- 192.168.50.23                   # servicios y versiones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tcpdump -i wlan0 host 192.168.50.23 -w iot.pcap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Aísla el dispositivo: conéctalo a una red/VLAN de laboratorio sin acceso a tu red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y enumera: con Nmap identifica IP, puertos abiertos y servicios (Telnet, HTTP, RTSP, UPnP, MQTT).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tráfico: usa tcpdump/Wireshark durante el emparejamiento y el uso normal; identifica protocolos y destinos en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la app móvil: aplica lo aprendido en las clases 261–264 para revisar cómo la app se comunica con el dispositivo y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las APIs: intercepta con Burp las llamadas a la nube; busca autenticación débil, IDOR o falta de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credenciales por defecto: intenta acceso con usuarios/contraseñas típicos documentados del fabricante.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el threat model: en una tabla, lista activos, entradas por capa, amenazas y prioridad de prueba.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diagrama de las cinco capas de tu dispositivo IoT y anota un riesgo por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tres hallazgos potenciales al OWASP IoT Top 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con Nmap los servicios de un dispositivo propio y clasifícalos por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el tráfico si el dispositivo usa TLS o texto claro para hablar con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si el modelo tiene credenciales por defecto documentadas públicamente.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threat model de una página para el dispositivo.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mapa de superficie de ataque de un dispositivo IoT propio que cubra las cinco capas y un plan de evaluación priorizado. Criterio de aceptación: el plan identifica al menos un servicio de red expuesto (con evidencia de Nmap) y determina, con captura de tráfico, si la comunicación con la nube va cifrada o en claro.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no encuentra el dispositivo — Aislamiento de red o firewall; verifica la VLAN y usa -sn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Tráfico a la nube ilegible — Va por TLS; intercéptalo desde la app con proxy y CA propio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dispositivo deja de funcionar — Escaneo agresivo lo bloqueó; reduce la intensidad (-T2)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puertos abiertos — Solo se comunica saliente a la nube; céntrate en app/API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Emparejamiento falla en laboratorio — Requiere Internet; permite salida controlada y monitorízala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 a auditar un dispositivo IoT?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el modelado de la superficie: enumera red, revisa la app y las APIs. Suelen ser el camino más rápido antes de abrir el hardware.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IoT es tan inseguro históricamente?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Costes bajos, ciclos de desarrollo cortos, falta de actualizaciones, credenciales por defecto y reutilización de firmware sin endurecer.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abrir el dispositivo desde el principio?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siempre. El análisis de red, app y nube da mucho valor sin tocar el hardware; el análisis físico se reserva para profundizar (clases 267–268).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IoT Top 10: &lt;https://owasp.org/www-project-internet-of-things/&gt;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Firmware Security Testing Methodology (FSTM): &lt;https://github.com/scriptingxss/owasp-fstm&gt;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Practical IoT Hacking — Chantzis, Stais, Calderon, Deirmentzoglou, Woods.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IR 8259 — Foundational Cybersecurity Activities for IoT: &lt;https://csrc.nist.gov/pubs/ir/8259/final&gt;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