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264 — Pentest de aplicaciones iOS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una evaluación de seguridad de una app iOS sobre un dispositivo con jailbreak: descifrar y analizar el IPA, inspeccionar el almacenamiento y el Keychain, interceptar tráfico TLS evadiendo pinning, y saltar detección de jailbreak con Frida/objection. El alumno aprenderá a adaptar la metodología MASVS al ecosistema iOS, donde el code signing y el sandbox imponen restricciones ausentes en Android.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el binario Mach-O de una app propia con frida-ios-dump.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estáticamente el IPA (Info.plist, entitlements, cadenas, class-dump).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el almacenamiento local y el Keychain con objection.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tráfico TLS instalando un CA propio y evadiendo pinning.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detección de jailbreak en runtime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Reportar hallazgos mapeados a OWASP MASVS con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Preparación del dispositivo jailbroken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Descifrado del IPA (FairPlay)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Análisis estático de Mach-O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Almacenamiento y Keychain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Interceptación TLS y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jailbreak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Reporte MASVS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frida-ios-dump: herramienta que vuelca el binario descifrado desde memoria en un dispositivo con jailbreak. Característica: sortea el cifrado FairPlay para permitir 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Info.plist: manifiesto de la app con configuración, permisos de privacidad y ATS. Característica: revela endpoints y excepciones de seguridad de transporte.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Transport Security (ATS): política que exige HTTPS moderno; sus excepciones (NSAllowsArbitraryLoads) debilitan la comunicación. Característica: hallazgo común de MASVS-NETWORK.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objection: wrapper de Frida con comandos iOS (ios keychain dump, ios sslpinning disable, ios jailbreak disable). Característica: automatiza tareas típicas.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Cycript/Frida: instrumentación en runtime para hookear métodos Objective-C/Swift. Característica: permite modificar el comportamiento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Protection class: clase de accesibilidad de un ítem del Keychain. Característica: determina si un dato es legible con el dispositivo bloqueado.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frida-tools objection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frida-ps -Uai                        # listar apps instaladas por Frida (USB)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https://github.com/AloneMonkey/frida-ios-dump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dump.py &lt;nombreapp&gt;         # genera un .ipa descifrado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Suite/mitmproxy con su CA instalado como perfil de confianza en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class-dump, Hopper/Ghidra, plutil para inspeccionar plists.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app vulnerable propia (DVIA-v2) en el dispositivo jailbroken.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el binario: ejecuta python3 dump.py DVIA-v2 y obtén el IPA descifrado.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estáticamente: descomprime el IPA; revisa Info.plist con plutil -p, extrae entitlements (codesign -d --entitlements :-) y vuelca clases con class-dump.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secretos: strings &lt;binario&gt; | grep -iE "http://|apikey|secret|token".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almacenamiento: con objection, env para localizar directorios, luego revisa Documents/, Library/Preferences/.plist y bases SQLite.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el Keychain: objection -g &lt;app&gt; explore → ios keychain dump y anota clases de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TLS: configura proxy y CA; si hay pinning, ejecuta ios sslpinning disable. Verifica el tráfico en Burp.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 una app propia y confirma con otool -l que la sección LCENCRYPTIONINFO quedó a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en el Info.plist cualquier excepción ATS y evalúa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el Keychain de una app y clasifica cada ítem por su clase de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Frida que hookee un método de detección de jailbreak y lo neutralice.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tráfico antes y después de evadir el pinning.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tus hallazgos a MASVS-STORAGE, MASVS-NETWORK y MASVS-RESILIENCE.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 pentest de una app iOS vulnerable y entrega evidencia de tres hallazgos de distinta categoría. Criterio de aceptación: demuestras interceptación exitosa del tráfico HTTPS tras evadir el pinning con una captura, e incluyes el volcado del Keychain señalando al menos un ítem con clase de accesibilidad demasiado permisiva.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dump.py falla al conectar — frida-server no corre en el dispositivo o versión distinta; alinea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class-dump devuelve poco — App en Swift; usa Frida/Ghidra en su lugar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sin tráfico — CA no confiado o pinning; confía el perfil y evade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se cierra al abrir — Jailbreak detection; usa objection para desactivarla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codesign no muestra entitlements — Binario cifrado; descífralo primero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que descifrar el binario antes de analizarlo?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apps de App Store se distribuyen con cifrado FairPlay; el RE estático solo es útil sobre el binario descifrado que se vuelca desde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más difícil hookear Swift que Objective-C?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Swift no expone metadatos de runtime tan ricos como Objective-C, por lo que class-dump aporta menos y suele recurrirse a Frida y análisis del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hacer el pentest en el simulador de Xcode?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Parcialmente: el simulador usa binarios x86/arm no cifrados y facilita ciertas pruebas, pero no reproduce el Secure Enclave ni el comportamiento real del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iOS testing: &lt;https://mas.owasp.org/MASTG/&gt;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frida-ios-dump: &lt;https://github.com/AloneMonkey/frida-ios-dump&gt;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DVIA-v2: &lt;https://github.com/prateek147/DVIA-v2&gt;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análisis 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