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268 — Análisis de hardware: UART, JTAG y SPI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Acceder al nivel más bajo de un dispositivo embebido a través de sus interfaces de depuración físicas: UART para obtener una consola serie, JTAG/SWD para control del procesador y volcado de memoria, y SPI para leer/escribir el chip de flash directamente. El alumno aprenderá a identificar puntos de prueba en una PCB, conectar un adaptador, y extraer firmware o consolas root del hardware propio.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interfaces UART, JTAG/SWD y SPI en una placa por inspección y medición.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Conectar un adaptador USB-serie/lógico y obtener una consola UART.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JTAG/SWD con OpenOCD para detener el CPU y volcar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un chip de flash SPI con un programador (CH341A/Bus Pirate/flashrom).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señales con un analizador lógico para identificar protocolos.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firmware o credenciales aprovechando el acceso físico.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Seguridad eléctrica y voltajes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Identificación de puertos en PCB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UART: consola serie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Analizador lógico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JTAG/SWD con OpenOCD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SPI y volcado de flash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Contramedidas del fabricante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UART: comunicación serie asíncrona (TX, RX, GND, VCC) usada para consolas de depuración. Característica: a menudo expone un shell root sin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JTAG/SWD: interfaz de depuración que controla el procesador (leer/escribir registros y memoria). Característica: permite volcar RAM/flash y saltar protecciones.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SPI: bus serie síncrono (MOSI, MISO, CLK, CS) que conecta el CPU al chip de flash. Característica: se puede leer el flash directamente con un programador.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Analizador lógico: dispositivo que captura señales digitales para decodificar protocolos. Característica: identifica baud rate y pinout desconocidos.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OpenOCD: software que habla JTAG/SWD con adaptadores para depuración y volcado. Característica: soporta multitud de targets ARM/MIPS.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flashrom: utilidad para leer/escribir chips de flash SPI. Característica: soporta muchos programadores (CH341A, Bus Pirate).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Adaptador USB-UART (FTDI/CP2102), multímetro, analizador lógico (Saleae/clon), programador SPI (CH341A) o Bus Pirate, JTAG/SWD (J-Link, FT2232, ST-Link).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Cables Dupont, pinza de test (SOIC clip) para leer flash sin desoldar.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screen /dev/ttyUSB0 115200          # o: picocom -b 115200 /dev/ttyUSB0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openocd -f interface/jlink.cfg -f target/&lt;soc&gt;.cfg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flashrom -p ch341aspi -r flashdump.bin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la PCB de un dispositivo propio: busca cabeceras de 4 pines (UART) y de 2x5/10 pines (JTAG), y el chip de flash (SOIC-8).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pinout UART: con el multímetro localiza GND (continuidad al plano de tierra), VCC (~3.3 V), y usa el analizador lógico para hallar TX (actividad al arrancar) y el baud rate.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 el adaptador UART (TX↔RX cruzados, GND común, sin conectar VCC si el equipo se auto-alimenta) y abre la consola con screen.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el arranque: observa los logs de U-Boot; intenta interrumpirlo para entrar a su consola.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shell: al terminar el arranque, comprueba si hay una consola root sin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JTAG/SWD: conecta el adaptador, lanza OpenOCD, halt el CPU y dumpimage de la flash/RAM.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SPI directo: con la pinza SOIC sobre el chip de flash, vuelca su contenido con flashrom y analízalo con binwalk (clase 267).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y etiqueta el pinout UART de una placa propia usando multímetro y analizador lógico.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y guarda el log de arranque completo por UART.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Interrumpe U-Boot y lista sus variables de entorno.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el flash SPI con flashrom y verifica su tamaño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OpenOCD, detén el CPU y lee una región de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firmware obtenido por SPI con la descarga oficial (si existe).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firmware de un dispositivo propio por dos vías físicas distintas (por ejemplo, consola UART que permite cat de una partición y volcado directo por SPI), o consigue una consola root por UART. Criterio de aceptación: obtienes un shell interactivo por UART o un volcado de flash que binwalk desempaqueta correctamente, documentando el pinout que usaste.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Consola serie muestra basura — Baud rate incorrecto; prueba 9600/57600/115200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salida por UART — TX/RX invertidos o pin equivocado; cruza TX↔RX y reidentifica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Dispositivo se reinicia al conectar — Alimentaste VCC indebidamente; no conectes VCC si se auto-alimenta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OpenOCD no detecta el target — Archivo de config equivocado o JTAG deshabilitado por fusible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flashrom no reconoce el chip — Mal contacto de la pinza o chip no soportado; especifica -c manualmente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qué pin es UART sin documentación?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con multímetro (GND por continuidad, VCC ~3.3 V estable) y con el analizador lógico observa qué pin tiene ráfagas de datos al encender: ese es TX.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dañar el dispositivo?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si aplicas voltaje incorrecto o cortocircuitas pines. Trabaja a 3.3 V, verifica antes de conectar VCC y usa un adaptador con el mismo nivel lógico.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usar SPI si ya tengo UART?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UART puede no dar shell o exponer solo parte del sistema; leer el flash por SPI extrae la imagen completa aunque el software lo impida.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Hardware Hacking Handbook — Jasper van Woudenberg, Colin O'Flynn (No Starch Press).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OpenOCD: &lt;https://openocd.org/&gt; · flashrom: &lt;https://www.flashrom.org/&gt;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Practical IoT Hacking, caps. de hardware — Chantzis et 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JTAGulator (identificación de pinout): &lt;http://www.grandideastudio.com/jtagulator/&gt;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