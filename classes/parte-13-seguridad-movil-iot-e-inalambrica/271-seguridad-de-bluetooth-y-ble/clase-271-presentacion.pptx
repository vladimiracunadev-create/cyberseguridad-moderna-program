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271 — Seguridad de Bluetooth y BLE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dispositivos Bluetooth Low Energy (BLE), el protocolo inalámbrico dominante en wearables, cerraduras, sensores y gadgets IoT. El alumno entenderá la pila BLE (GAP/GATT), los modos de emparejamiento y sus debilidades, y aprenderá a escanear, enumerar servicios/características, interceptar y reproducir tramas, y manipular valores de un dispositivo propio con herramientas como bluetoothctl, gatttool, bettercap y un sniffer (nRF/Ubertooth).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pila BLE: roles GAP, servicios y características GATT, y advertising.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y enumerar dispositivos y sus servicios/características.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modos de emparejamiento (Just Works, Passkey, OOB) y sus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y escribir características de un dispositivo propio con gatttool/nRF Connect.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tráfico BLE con un sniffer y analizarlo en Wireshark.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controles ausentes (falta de cifrado, autorización en el cliente).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Pila BLE y roles GAP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GATT: servicios y características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Advertising y descubrimiento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Emparejamiento y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Enumeración con gatttool/nRF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Sniffing con nRF/Ubertooth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Replay y manipulación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GAP (Generic Access Profile): define roles (central/periférico) y el advertising. Característica: controla descubrimiento y conexión.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GATT (Generic Attribute Profile): organiza datos en servicios y características con handles y UUID. Característica: es la superficie funcional del dispositivo.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Característica (characteristic): valor con propiedades (read/write/notify). Característica: leerla/escribirla puede cambiar el estado del dispositivo.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 Works: emparejamiento sin autenticación de usuario. Característica: vulnerable a MITM; muy común en IoT barato.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nRF Connect / nRF52840 dongle: app y hardware para escanear, interactuar y sniffear BLE. Característica: accesibles y bien documentados.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bettercap (módulo BLE): framework que enumera y manipula dispositivos BLE. Característica: automatiza recon y escritura de características.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Adaptador BLE (interno o dongle CSR/nRF), nRF52840 dongle o Ubertooth One para sniffing.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BlueZ (bluetoothctl, gatttool, hcitool), bettercap, nRF Connect (móvil/desktop), Wireshark.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bluetoothctl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[bluetooth]# scan 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gatttool -b AA:BB:CC:DD:EE:FF --primary          # listar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gatttool -b AA:BB:CC:DD:EE:FF --characteristics  # listar características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gatttool -b AA:BB:CC:DD:EE:FF --char-read -a 0x0025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bluetoothctl scan on o bettercap ble.recon on y localiza tu dispositivo BLE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GATT: con gatttool o nRF Connect lista servicios y características, anotando handles, UUID y propiedades (read/write/notify).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valores: lee características legibles y correlaciona con el estado del dispositivo (p. ej. nivel de batería).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valores: en tu dispositivo propio, escribe una característica de control y observa el efecto (encender/apagar, cambiar color).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notificaciones: suscríbete a una característica notify y captura los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Sniff: con el nRF52840/Ubertooth captura una conexión y ábrela en Wireshark; comprueba si el enlace está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Replay: si el dispositivo acepta comandos sin autenticación, reproduce una escritura capturada para demostrar el impacto.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todos los servicios y características de un dispositivo BLE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característica controla una función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el estado del dispositivo escribiendo una característica.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BLE y determina si el emparejamiento usa Just Works.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Suscríbete a notificaciones y registra tres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debilidades del dispositivo (falta de cifrado/autorización).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dispositivo BLE propio (p. ej. una bombilla o candado de juguete) y demuestra control no autenticado: identifica la característica de control y modifícala para cambiar su estado sin usar la app oficial. Criterio de aceptación: documentas el handle/UUID exacto, el valor escrito y evidencia del cambio físico, y concluyes si el dispositivo protege o no sus comandos.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en el escaneo — No está en modo advertising; despiértalo o acércalo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gatttool no conecta — La app oficial lo tiene conectado; ciérrala y reintenta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sin efecto — Handle equivocado o requiere formato/valor concreto; revisa propiedades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Sniffer no captura la conexión — Perdió el evento de conexión; reinicia el sniffer antes de conectar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 ilegible en Wireshark — Enlace cifrado; necesitas la LTK o capturar el emparejamiento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interceptar cualquier tráfico 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capturas el emparejamiento o el enlace no está cifrado. Con Just Works y sin cifrado adicional, el tráfico suele ser legible; con emparejamiento seguro necesitas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tantos dispositivos BLE son inseguros?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usan Just Works sin autenticación y confían en que la app sea el único cliente, sin autorizar comandos a nivel GATT: cualquier central puede escribir sus características.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un dongle barato para empezar?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escanear e interactuar sí. Para sniffear conexiones necesitas hardware específico como el nRF52840 o Ubertooth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Bluetooth SIG — especificación Core y GATT: &lt;https://www.bluetooth.com/specifications/&gt;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Nordic nRF Connect: &lt;https://www.nordicsemi.com/Products/Development-tools/nrf-connect-for-desktop&gt;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bettercap BLE: &lt;https://www.bettercap.org/modules/ble/&gt;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caps. de BLE — Chantzis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