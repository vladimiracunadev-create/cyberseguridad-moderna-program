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015 — Python para seguridad: fundamentos del lenguaje</a:t>
            </a:r>
          </a:p>
          <a:p>
            <a:r>
              <a:rPr sz="1600">
                <a:solidFill>
                  <a:srgbClr val="2E8B57"/>
                </a:solidFill>
              </a:rPr>
              <a:t>parte 0 fundamentos y prerrequisitos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Adquirir la base de Python necesaria para escribir herramientas de seguridad: tipos, estructuras de datos, control de flujo, funciones, manejo de archivos y excepciones. Python es el lenguaje franco de la ciberseguridad ofensiva y defensiva, y esta clase asienta lo que usarás en sockets y Scapy.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Manejar tipos, listas, diccionarios y comprensiones.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 control de flujo, funciones y módulos.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Leer y escribir archivos y procesar su contenido.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Gestionar errores con excepciones y usar la stdlib.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Crear un script CLI de utilidad para seguridad.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Tipos y variables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Estructuras de datos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Control de flujo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Funciones y módulos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Archivos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Excepciones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Librería estándar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str vs. bytes: texto (unicode) frente a datos binarios crudos. Clave: la red y la cripto trabajan con bytes; conviértelos con .encode()/.decode().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Diccionario: mapa clave→valor. Clave: base para contar, indexar y estructurar resultados (p. ej. IP→puertos).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Comprensión de listas: [f(x) for x in it if cond]. Clave: transforma y filtra en una línea.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Excepción: mecanismo de control de errores con try/except. Clave: evita que un fallo de red tumbe todo el script.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argparse: módulo estándar para CLIs. Clave: parsea argumentos con ayuda y validación gratis.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venv: entorno virtual aislado. Clave: separa dependencias por proyecto y evita romper el Python del sistema.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Necesitas Python 3 (ya en Kali) y un editor (VS Code recomendado con la extensión de Python). Crea un entorno virtual por proyecto: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python3 -m venv venv &amp;&amp; source venv/bin/activate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 install requests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Familiarízate con el REPL (python3) para experimentar y con pip para instalar librerías.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REPL y tipos. Explora conversiones str/bytes: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 = "admin".encode(); print(b, b.hex(), b.decode())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Estructuras de datos. Cuenta ocurrencias de IPs en una lista con un diccionario, y luego con collections.Counter.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Leer un log. Escribe un script que abra un archivo de log y cuente líneas con "error":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with open("app.log") as f: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errores = sum(1 for line in f if "error" in line.lower())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print(f"Errores: {errores}")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comprensión que devuelva solo las IPs privadas de una lista.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diccionario que agrupe usuarios por su shell leyendo /etc/passwd.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una función que valide si una cadena es una IPv4 bien formada (sin regex).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Lee un archivo grande línea a línea y extrae todas las que contengan un código HTTP 5xx.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manejo de excepciones para permisos denegados y archivo inexistente.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Empaqueta tu utilidad con argparse, incluyendo --help y un argumento opcional.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logstats.py, una herramienta CLI que reciba la ruta de un log y un patrón, y produzca un pequeño informe: total de líneas, líneas coincidentes, top 5 de las IPs más frecuentes (si las hay) y el SHA-256 del archivo. Debe manejar errores de archivo con mensajes claros y tener --help.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ejecutar python3 logstats.py --help muestra el uso; corriendo sobre un log real produce el informe correcto; y ante un archivo inexistente termina con un mensaje amable y código de salida ≠ 0. El SHA-256 coincide con el de sha256sum.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TypeError: a bytes-like object is required — Mezclas str y bytes. Convierte con .encode()/.decode().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UnicodeDecodeError al leer un archivo — Codificación distinta. Abre con encoding='utf-8', errors='replace' o en modo binario.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script modifica el Python del sistema — No usaste venv. Crea y activa un entorno virtual por proyecto.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IndentationError — Mezcla de tabs y espacios. Usa 4 espacios de forma consistente.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programa peta ante entradas raras — Falta manejo de excepciones. Envuelve E/S y parseo en try/except.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¿Python 2 o 3? Solo Python 3. Python 2 está fuera de soporte desde 2020; todo el material ofensivo moderno usa 3.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str vs. bytes es tan importante en seguridad? Porque sockets, criptografía y protocolos binarios trabajan con bytes. Confundirlos es la causa nº1 de errores en herramientas de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venv para todo? Es una buena práctica: aísla dependencias, facilita reproducibilidad y evita romper herramientas del sistema que dependen de Python.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¿Cuándo usar subprocess en vez de librerías? Para invocar herramientas externas (nmap, etc.). Cuando exista una librería nativa (requests, socket), prefiérela: es más segura y controlable.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Seitz &amp; Arnold, Black Hat Python (No Starch Press).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Documentación oficial de Python 3 — &lt;https://docs.python.org/3/&gt;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Python argparse tutorial — &lt;https://docs.python.org/3/howto/argparse.html&gt;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Real Python — &lt;https://realpython.com/&gt;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