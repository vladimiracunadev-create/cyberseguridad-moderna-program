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009 — PowerShell para seguridad ofensiva y defensiva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PowerShell como herramienta dual: los atacantes lo usan para vivir de la tierra (living off the land) y los defensores para automatizar y responder. Al terminar sabrás manejar objetos, consultar el sistema, entender por qué PowerShell es tan potente para ataque y qué controles (logging, AMSI, políticas) lo vigilan.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cmdlets, la tubería de objetos y el sistema de ayuda.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procesos, servicios, red y eventos con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PowerShell es un vector ofensivo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defensas: logging de scripts, políticas de ejecución, AMSI.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script de recolección para respuesta a incidentes.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Cmdlets y verbo-nombre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Pipeline de objetos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Get-Help/Get-Member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Consulta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Uso ofensivo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Execution Policy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Logging y AMSI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Cmdlet: comando nativo con forma Verbo-Nombre (Get-Process). Clave: devuelve objetos .NET, no 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Pipeline de objetos: encadena cmdlets pasando objetos con propiedades. Clave: Where-Object, Select-Object, Sort-Object.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Execution Policy: ajuste que controla qué scripts se ejecutan. Clave: no es una barrera de seguridad; se evita fácilmente.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 (Antimalware Scan Interface): interfaz que permite al antivirus inspeccionar scripts en memoria. Clave: los atacantes intentan evadirla.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Block Logging: registro del contenido de los bloques ejecutados (evento 4104). Clave: pilar de la detección de abuso de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Constrained Language Mode: modo que limita el acceso a APIs peligrosas. Clave: reduce la capacidad ofensiva de PowerShell.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tu VM Windows de laboratorio. PowerShell viene integrado; usa la consola y el ISE o VS Code con la extensión de PowerShell. Para defensa, explora la Directiva de grupo local (gpedit.msc) y el Visor de eventos (Microsoft-Windows-PowerShell/Operational). No ejecutes cargas ofensivas contra sistemas ajenos.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el entorno: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Get-Command -Verb Get | Measure-Object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Get-Help Get-Process -Examples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Get-Process | Get-Member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Consultas de sistema (uso defensivo/forense):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Get-Process | Sort-Object CPU -Descending | Select-Object -First 5 Name,Id,CPU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Get-Service | Where-Object Status -eq 'Running' | Select-Object Name,DisplayName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one-liner que liste los 10 procesos con más memoria (WorkingSet) ordenados.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a CSV todos los servicios con inicio automático que están detenidos.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Get-ExecutionPolicy no protege realmente contra scripts maliciosos.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un LOLBin y da dos ejemplos usados vía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y verifica la transcripción de PowerShell (PowerShell Transcription).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Get-WinEvent cualquier evento 4104 que contenga la palabra Invoke-Expression.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triage.ps1, un script de recolección para respuesta a incidentes que genere un informe (CSV o JSON) con: procesos y sus rutas, servicios en ejecución, conexiones de red en escucha, usuarios locales y entradas de auto-inicio. Habilita Script Block Logging y demuestra que la ejecución del script queda registrada en el evento 4104.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produce un informe estructurado sin errores en la VM, y en el registro Microsoft-Windows-PowerShell/Operational aparece un evento 4104 correspondiente a su ejecución. Otro alumno puede correr el script y obtener un informe equivalente.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"running scripts is disabled on this system" — Execution Policy Restricted. Ajusta con Set-ExecutionPolicy (con permiso) o usa -File con política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no filtra como esperas — Estás tratando objetos como texto. Usa Get-Member para ver propiedades reales y Where-Object.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eventos 4104 — Script Block Logging no habilitado. Actívalo por directiva y reintenta.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Get-WinEvent lento o sin resultados — Filtro incorrecto. Usa -FilterHashtable en vez de filtrar tras traer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script funciona en ISE pero no en consola — Diferencias de contexto/perfil. Prueba siempre en la consola destino.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 los atacantes les gusta PowerShell? Está preinstalado, firmado por Microsoft, accede a .NET/WMI/APIs y puede ejecutar código en memoria sin tocar disco. Es living off the land por excelencia.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¿Execution Policy protege mi equipo? No de un atacante decidido: se puede evadir con un parámetro. Es una salvaguarda contra ejecución accidental, no un control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versión de PowerShell debo aprender? Los conceptos son iguales en Windows PowerShell 5.1 y en PowerShell 7+. Para defensa, 5.1 sigue siendo omnipresente en equipos corporativos.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¿AMSI detiene todo? No, hay técnicas de evasión, pero combinado con Script Block Logging y Constrained Language Mode eleva mucho la barrera para el atacante.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PowerShell Documentation — &lt;https://learn.microsoft.com/powershell/&gt;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About Execution Policies — &lt;https://learn.microsoft.com/powershell/module/microsoft.powershell.core/about/aboutexecutionpolicies&gt;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 overview — &lt;https://learn.microsoft.com/windows/win32/amsi/antimalware-scan-interface-portal&gt;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 Project — &lt;https://lolbas-project.github.io/&gt;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