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002 — El panorama de amenazas moderno: actores, motivaciones y Cyber Kill Chain</a:t>
            </a:r>
          </a:p>
          <a:p>
            <a:r>
              <a:rPr sz="1600">
                <a:solidFill>
                  <a:srgbClr val="2E8B57"/>
                </a:solidFill>
              </a:rPr>
              <a:t>parte 0 fundamentos y prerrequisitos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quién ataca, por qué lo hace y cómo se estructura un ataque dirigido de principio a fin. Al terminar podrás clasificar a un adversario por sus capacidades y motivaciones, y descomponer un incidente en las fases de la Cyber Kill Chain para saber en qué punto detectarlo o cortarlo.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Clasificar actores de amenaza por tipo, capacidad y motivación.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las siete fases de la Cyber Kill Chain de Lockheed Martin.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Ubicar controles defensivos en cada fase de la cadena.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Diferenciar amenaza oportunista de amenaza persistente avanzada (APT).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Interpretar informes de threat intelligence con vocabulario correcto.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Tipos de actor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Motivaciones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Cyber Kill Chain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APT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Ransomware moderno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Insider threat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Threat intelligence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Actor de amenaza: entidad (persona o grupo) que puede causar daño. Se caracteriza por su capacidad, recursos y motivación.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APT (Advanced Persistent Threat): adversario sofisticado y persistente, normalmente estatal o crimen organizado. Clave: prioriza el sigilo y la permanencia sobre la rapidez.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Cyber Kill Chain: modelo de 7 fases (reconocimiento → armamento → entrega → explotación → instalación → C2 → acciones sobre objetivos). Clave: romper una sola fase frustra el ataque.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IoC (Indicator of Compromise): evidencia concreta de un ataque (hash, IP, dominio). Clave: efímero, fácil de rotar por el atacante.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TTP (Tácticas, Técnicas y Procedimientos): cómo opera un adversario. Clave: más estable que los IoC, base de la caza de amenazas.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Ransomware como servicio (RaaS): modelo de negocio donde operadores alquilan el malware a afiliados. Clave: profesionaliza y escala el cibercrimen.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Consulta fuentes reales de threat intelligence: MITRE ATT&amp;CK (&lt;https://attack.mitre.org&gt;), el catálogo CISA KEV de vulnerabilidades explotadas, y los informes anuales públicos (Verizon DBIR, ENISA Threat Landscape). Crea una cuenta gratuita en AlienVault OTX o revisa feeds abiertos para ver IoC reales. No se requiere laboratorio ofensivo.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(ejercicio aplicado)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Elige un incidente público bien documentado (por ejemplo, un caso de ransomware o de compromiso de cadena de suministro descrito por CISA).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la Kill Chain: para cada una de las 7 fases, escribe qué hizo el atacante en ese incidente. Si falta información, márcalo como "desconocido".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Perfil del actor: clasifica al adversario (tipo, motivación probable, nivel de recursos). Justifica con evidencia del informe.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Controles por fase: junto a cada fase, escribe un control defensivo que la habría cortado (p. ej., filtrado de correo en "entrega", EDR en "instalación", bloqueo de salida en "C2").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IoC vs. TTP: extrae del informe 3 IoC y 3 TTP. Reflexiona: ¿cuáles caducan antes?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Correlación ATT&amp;CK: identifica al menos 3 técnicas de MITRE ATT&amp;CK presentes y anota sus IDs (formato Txxxx).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Ordena de menor a mayor sofisticación: hacktivista, script kiddie, APT estatal, insider malicioso.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"romper la cadena" en la fase de entrega es más barato que hacerlo en "acciones sobre objetivos".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 un ejemplo de IoC y uno de TTP para una campaña de phishing.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¿Qué motivación tiene un grupo de ransomware? ¿Y una APT estatal? Contrasta objetivos.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un grupo APT documentado en ATT&amp;CK y resume sus TTP principales.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tabla de detección: fase de la Kill Chain → señal observable → herramienta que la capta.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Elabora un informe de una página tipo threat profile sobre un actor o campaña real: incluye clasificación del actor, mapeo completo de la Kill Chain, al menos 5 técnicas ATT&amp;CK con sus IDs, y una recomendación defensiva por cada fase.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cada técnica citada existe en la matriz oficial de ATT&amp;CK (ID verificable), y cada fase de la Kill Chain tiene al menos un control defensivo asociado. Un compañero debe poder validar los IDs contra attack.mitre.org.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Llamar "APT" a cualquier ataque — APT implica persistencia y recursos altos; la mayoría de ataques son oportunistas. Reserva el término.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Bloquear solo IoC y sentirse seguro — Los IoC rotan en horas; caza también por TTP y comportamiento.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 la Kill Chain como lineal e inviolable — Los ataques modernos iteran y saltan fases; úsala como guía, no como dogma.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Ignorar el insider threat — No todo ataque viene de fuera; controles internos y segregación de funciones importan.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Confundir motivación con capacidad — Un actor muy motivado puede ser poco capaz y viceversa; evalúa ambas.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Kill Chain de Lockheed sigue vigente frente a ATT&amp;CK? Sí, son complementarias: la Kill Chain da la vista macro por fases; ATT&amp;CK detalla las técnicas concretas dentro de cada fase.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el ransomware es tan común hoy? Porque el modelo RaaS bajó la barrera de entrada y la doble extorsión (cifrar + filtrar) aumentó la presión de pago.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¿Threat intelligence es solo para grandes empresas? No. Incluso una pyme puede consumir feeds gratuitos (CISA KEV, OTX) para priorizar parches sobre lo que se explota activamente.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¿Un insider siempre es malicioso? No: muchos incidentes internos son negligentes (clic en phishing, mala configuración), no intencionados. Ambos requieren control.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Lockheed Martin, Cyber Kill Chain — &lt;https://www.lockheedmartin.com/en-us/capabilities/cyber/cyber-kill-chain.html&gt;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&lt;https://attack.mitre.org/&gt;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CISA Known Exploited Vulnerabilities Catalog — &lt;https://www.cisa.gov/known-exploited-vulnerabilities-catalog&gt;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Verizon Data Breach Investigations Report (DBIR) — &lt;https://www.verizon.com/business/resources/reports/dbir/&gt;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