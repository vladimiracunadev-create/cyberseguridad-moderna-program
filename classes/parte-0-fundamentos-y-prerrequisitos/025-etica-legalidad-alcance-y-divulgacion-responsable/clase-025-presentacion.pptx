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025 — Ética, legalidad, alcance y divulgación responsable</a:t>
            </a:r>
          </a:p>
          <a:p>
            <a:r>
              <a:rPr sz="1600">
                <a:solidFill>
                  <a:srgbClr val="2E8B57"/>
                </a:solidFill>
              </a:rPr>
              <a:t>parte 0 fundamentos y prerrequisitos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Interiorizar el marco legal y ético que separa a un profesional de seguridad de un delincuente. Al terminar sabrás qué es la autorización, cómo se define y respeta el alcance de un compromiso, qué dicen las leyes relevantes y cómo divulgar vulnerabilidades de forma responsable. Esta clase es la que legitima todo lo demás del programa.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Explicar por qué la autorización explícita es la línea que no se cruza.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Definir el alcance (scope) de un compromiso y respetarlo.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Identificar las leyes relevantes de delitos informáticos.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Aplicar un proceso de divulgación responsable (CVD).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Redactar los elementos clave de un acuerdo de pentesting (RoE).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Autorización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Alcance (scope)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Reglas de compromiso (RoE)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Marco legal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Tipos de hacker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Divulgación responsable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Manejo de datos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Autorización: permiso explícito, por escrito, del propietario del sistema para probarlo. Clave: sin ella, cualquier prueba es un delito, aunque la intención sea buena.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Alcance (scope): conjunto de activos, rangos y técnicas permitidas. Clave: salir del alcance convierte un test autorizado en ilegal.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Reglas de compromiso (RoE): documento que fija alcance, ventanas de tiempo, contactos, técnicas prohibidas y manejo de datos. Clave: protege a ambas partes.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Divulgación coordinada (CVD): proceso de reportar una vulnerabilidad al fabricante y dar plazo antes de publicarla. Clave: equilibra transparencia y riesgo.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Bug bounty: programa que autoriza y recompensa el reporte de fallos dentro de reglas publicadas. Clave: autorización previa acotada.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White/grey/black hat: hacker ético, ambiguo o malicioso. Clave: la diferencia esencial es la autorización y la intención.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Esta clase es conceptual y documental. Familiarízate con: la ley de delitos informáticos de tu país (por ejemplo, en EE. UU. la CFAA; en la UE la Directiva 2013/40/UE; consulta la de tu jurisdicción), los estándares ISO/IEC 29147 (divulgación) y 30111 (gestión), plantillas de RoE y programas de bug bounty (HackerOne, Bugcrowd) para ver reglas reales.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 (ejercicio aplicado)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Investiga tu jurisdicción. Localiza la ley de delitos informáticos aplicable donde vives y anota qué conductas tipifica (acceso no autorizado, interceptación, daños).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Analiza un caso. Toma un escenario ("encontré una web con una vulnerabilidad evidente y la 'probé' sin permiso") y determina si es legal, por qué, y qué debió hacerse.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Define un alcance. Redacta el scope de un pentest ficticio: rangos IP incluidos y excluidos, aplicaciones, técnicas prohibidas (p. ej. DoS, ingeniería social al personal), ventana horaria.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Redacta RoE mínimas. Escribe las reglas de compromiso: contactos de emergencia, qué hacer si se encuentra un dato sensible real, manejo y destrucción de la información.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Simula una divulgación responsable. Redacta un informe de vulnerabilidad para un fabricante siguiendo CVD: descripción, impacto, pasos de reproducción, y una propuesta de plazo de publicación.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Revisa un programa de bug bounty real y extrae qué está en alcance, qué está fuera, y las reglas de "safe harbor".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por qué "tenía buena intención" no es defensa legal ante un acceso no autorizado.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Enumera 6 elementos que no pueden faltar en unas RoE de pentest.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Da tres ejemplos de acciones que, aun con autorización general, deberían estar explícitamente excluidas del alcance.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Describe el proceso de divulgación coordinada paso a paso, incluyendo qué hacer si el fabricante no responde.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Diferencia hacking ético, grey hat y black hat con un ejemplo de cada uno.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Investiga qué es una cláusula de "safe harbor" en un bug bounty y qué protege.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Elabora un paquete de autorización completo para un compromiso ficticio: (1) un documento de alcance con activos incluidos y excluidos, (2) reglas de compromiso con contactos y técnicas prohibidas, (3) una cláusula de confidencialidad y manejo de datos, y (4) una plantilla de informe de divulgación responsable. Debe ser suficiente para que un tercero entienda qué está y qué no está autorizado.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un revisor puede determinar sin ambigüedad, a partir de tus documentos, si una acción concreta (p. ej. escanear una IP dada o lanzar un DoS) está autorizada o no. El paquete incluye qué hacer ante el hallazgo de datos sensibles reales y respeta la ley de tu jurisdicción.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"Es solo un escaneo, no hace daño" — Escanear sin permiso ya puede ser delito según la jurisdicción. Exige autorización siempre.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Autorización verbal o informal — Insuficiente y arriesgada. Debe ser explícita y por escrito, con alcance claro.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Salirse del alcance "porque encontré algo interesante" — Convierte un test legal en ilegal. Ante hallazgos fuera de scope, para y consulta.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Publicar un 0-day sin avisar al fabricante — Irresponsable y a veces ilegal. Sigue un proceso CVD con plazos.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Guardar datos reales del cliente tras el test — Riesgo legal y ético. Define destrucción y manejo en las RoE.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¿Puedo practicar en cualquier web "para aprender"? No. Practica solo en tu laboratorio, en plataformas diseñadas para ello (HackTheBox, TryHackMe, VulnHub, CTFs) o en programas de bug bounty que te autoricen explícitamente dentro de sus reglas.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¿La autorización de un empleado basta? Debe provenir de quien tiene potestad sobre el sistema (propietario o responsable con autoridad). Verifica que quien firma puede autorizar legalmente el test.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¿Qué hago si encuentro una vulnerabilidad grave por casualidad? No la explotes ni la difundas. Sigue divulgación coordinada: contacta al responsable de forma privada, documenta con cuidado y da un plazo razonable antes de publicar.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¿Un bug bounty me protege legalmente? Solo dentro de su alcance y reglas ("safe harbor"). Salirte de ellas te deja sin protección. Lee siempre la política antes de probar.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ISO/IEC 29147 (divulgación de vulnerabilidades) — &lt;https://www.iso.org/standard/72311.html&gt;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ISO/IEC 30111 (gestión de vulnerabilidades) — &lt;https://www.iso.org/standard/69725.html&gt;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CISA Coordinated Vulnerability Disclosure — &lt;https://www.cisa.gov/coordinated-vulnerability-disclosure-process&gt;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EC-Council Code of Ethics — &lt;https://www.eccouncil.org/code-of-ethics/&gt;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