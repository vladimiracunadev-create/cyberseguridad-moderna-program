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003 — Frameworks de seguridad: NIST CSF, ISO 27001, MITRE ATT&amp;CK y Diamond Model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marcos que estructuran la práctica profesional de la ciberseguridad y saber cuándo usar cada uno. Al terminar podrás ubicar cualquier control o técnica dentro de un framework, entender la diferencia entre un marco de gestión (CSF, ISO) y un marco de conocimiento adversario (ATT&amp;CK, Diamond), y usarlos juntos.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funciones del NIST CSF 2.0 y explicar qué agrupa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propósito y la estructura de ISO/IEC 27001 y su Anexo 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matriz de MITRE ATT&amp;CK por tácticas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evento con el Diamond Model de intrusión.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un marco de gestión con uno adversario en un caso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NIST CSF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Tiers y perfiles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ISO/IEC 27001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Anexo A (27002)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Diamond Model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 entre marcos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2.0: marco voluntario de gestión de riesgo con seis funciones (Govern, Identify, Protect, Detect, Respond, Recover). Clave: agnóstico de tecnología, orientado a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SGSI: Sistema de Gestión de Seguridad de la Información, el objeto de ISO 27001. Clave: enfoque de mejora continua (PDCA).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Anexo A / ISO 27002: catálogo de 93 controles (versión 2022) agrupados en 4 temas. Clave: es referencia, no obligación total; se seleccionan según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matriz de tácticas (el porqué) y técnicas (el cómo) del adversario. Clave: basada en observaciones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 Model: modelo que relaciona adversario, capacidad, infraestructura y víctima en cada evento de intrusión. Clave: pivota entre vértices para descubrir más del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(CSF): fotografía del estado actual vs. objetivo de las funciones del marco. Clave: herramienta de priorización.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NIST CSF 2.0 (PDF gratuito). Explora la matriz de MITRE ATT&amp;CK en el navegador, incluido el ATT&amp;CK Navigator (&lt;https://mitre-attack.github.io/attack-navigator/&gt;) para crear heatmaps. Para ISO, consulta el índice público del Anexo A. Opcional: hoja de cálculo para mapeos. Sin laboratorio ofensivo.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CSF: toma una organización ficticia (una clínica pequeña) y para cada una de las 6 funciones del CSF 2.0 escribe una actividad concreta que debería realizar.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 vs. objetivo: asigna a cada función un nivel del 1 al 4 (actual) y otro (deseado). Identifica la mayor brecha.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mapeo: selecciona 5 controles del Anexo A relevantes para esa clínica y justifica cada uno con un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crea una capa marcando 5 técnicas que un ransomware usaría contra la clínica. Exporta el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Diamond: para un evento hipotético (correo malicioso a la recepcionista), rellena los 4 vértices: adversario, capacidad (el malware), infraestructura (dominio/IP),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Integración: muestra cómo una técnica de ATT&amp;CK detectada se conecta con una función del CSF (Detect) y con un control ISO.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función nueva añadió el CSF 2.0 respecto a 1.1 y por qué importa?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una táctica y una técnica en ATT&amp;CK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tres controles del Anexo A y clasifícalos en su tema (organizacional, personas, físico, tecnológico).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incidente sencillo con el Diamond Model y muestra un "pivote" entre dos vértices.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"cumplir ISO 27001" no equivale a "estar seguro"? Argumenta.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una técnica ATT&amp;CK a la función del CSF que ayudaría a mitigarla.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que integre los cuatro marcos sobre un mismo escenario: (1) perfil CSF actual/objetivo con 6 funciones, (2) selección justificada de 8 controles del Anexo A, (3) una capa de ATT&amp;CK Navigator con ≥6 técnicas exportada como JSON, y (4) un análisis Diamond de un evento del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JSON del Navigator carga sin errores en la herramienta oficial, cada control ISO se vincula a un riesgo, y cada técnica ATT&amp;CK se conecta con al menos una función del CSF. El documento demuestra que gestión y conocimiento adversario se refuerzan.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ATT&amp;CK como checklist de cumplimiento — ATT&amp;CK describe comportamiento adversario, no es una lista de controles a "tachar".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ISO 27001 con 27002 — 27001 es el estándar certificable del SGSI; 27002 es la guía de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Certificar por certificar — El cumplimiento sin gestión de riesgo real deja huecos; la seguridad es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un solo framework para todo — Los de gestión (CSF/ISO) y los adversarios (ATT&amp;CK/Diamond) resuelven problemas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nueva función Govern — Gobernanza y contexto son ahora explícitos en CSF 2.0; no la omitas.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CSF es obligatorio? No, es voluntario, pero se ha vuelto un lenguaje común, y en muchos sectores/países es de facto exigido por contratos o reguladores.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sustituye a la Kill Chain? No; ATT&amp;CK detalla técnicas y la Kill Chain da la vista por fases. Se usan juntas.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solo ATT&amp;CK sin marcos de gestión? Para operaciones defensivas sí ayuda, pero sin CSF/ISO faltaría la capa de gobernanza, riesgo y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Diamond Model es solo para forense? Es útil en análisis de intrusiones y threat intelligence, no solo forense; ayuda a pivotar y correlacionar campañas.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— &lt;https://www.nist.gov/cyberframework&gt;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 — &lt;https://www.iso.org/standard/27001&gt;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y Navigator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Caltagirone, Pendergast &amp; Betz, The Diamond Model of Intrusion Analysis — &lt;https://www.activeresponse.org/the-diamond-model/&gt;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