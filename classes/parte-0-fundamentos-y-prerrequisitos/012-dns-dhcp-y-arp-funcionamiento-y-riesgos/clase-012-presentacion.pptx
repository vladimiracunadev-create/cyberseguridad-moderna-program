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012 — DNS, DHCP y ARP: funcionamiento y riesgos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los tres protocolos de infraestructura que hacen funcionar cualquier red local e Internet: DNS (resolución de nombres), DHCP (asignación de direcciones) y ARP (mapeo IP↔MAC). Todos comparten un problema: se diseñaron sin autenticación, lo que los convierte en vectores clásicos de ataque en red local.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proceso de resolución DNS y sus tipos de registro.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intercambio DHCP (DORA) y su ausencia de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Detallar cómo ARP resuelve MAC a partir de 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ataques: ARP spoofing, DNS spoofing, DHCP rogue.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Observar y detectar estos ataques en el laboratorio.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Resolución DNS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Tipos de registro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Caché y recursión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DHCP DORA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ARP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ARP spoofing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DNS/DHCP rogue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DNS: sistema jerárquico que traduce nombres a IPs. Clave: usa UDP/53 (y TCP para transferencias); sin DNSSEC, las respuestas no están autenticadas.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A / AAAA: mapea un nombre a IPv4 / IPv6. Clave: el registro más consultado.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DHCP DORA: Discover, Offer, Request, Acknowledge. Clave: el cliente confía en el primer servidor que responde → servidor rogue.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ARP: resuelve una IP local a su MAC mediante broadcast. Clave: sin estado ni autenticación; cualquiera puede responder.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ARP spoofing: enviar respuestas ARP falsas para asociar tu MAC a la IP de la víctima/gateway. Clave: habilita MITM.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DNSSEC: extensión que firma las respuestas DNS. Clave: mitiga el envenenamiento, no la confidencialidad.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Kali: dig, nslookup, arp, ip neigh, dhclient, y para prácticas ofensivas de laboratorio ettercap o bettercap y arpspoof (dsniff). Wireshark para observar. Necesitas al menos tres nodos en tu red interna: atacante, víctima y gateway/servidor.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Consultas DNS: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dig A example.com +short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dig MX example.com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dig +trace example.com   # observa la resolución jerárquica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 la caché ARP de tu equipo: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 neigh show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 la MAC del gateway.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paso a paso qué ocurre desde que escribes un dominio hasta que recibes la 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ejemplo de uso de cada registro: A, MX, TXT, CNAME, 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un servidor DHCP rogue puede convertirse en gateway de las víctimas.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ARP es tan fácil de falsificar? ¿Qué le falta al protocolo?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son DHCP snooping y Dynamic ARP Inspection y qué ataque frena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protege DNSSEC y qué no protege (pista: confidencialidad).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en tu laboratorio un ataque de ARP spoofing entre dos VMs y demuéstralo con evidencia: captura la tabla ARP de la víctima antes y después, y muestra en Wireshark tráfico de la víctima pasando por el atacante. Después, describe una defensa que lo habría impedido.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tabla ARP de la víctima muestra la MAC del atacante asociada a la IP del gateway tras el ataque, y hay una captura que evidencia el tráfico interceptado. La sección de defensa nombra un control real (DAI, ARP estático) y explica por qué funciona.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ARP spoofing corta la conexión de la víctima — No habilitaste ipforward. Actívalo para reenviar el tráfico.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dig devuelve SERVFAIL — Resolver mal configurado o DNSSEC fallando. Prueba otro servidor con @.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víctima no cae en el spoofing — Tiene ARP estático o DAI. Es la defensa funcionando.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veo los 4 mensajes DHCP — La concesión aún es válida; fuerza dhclient -r y renueva.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spoofing no redirige — La víctima usa DoH/DoT o caché. Considera el cifrado del canal DNS.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estos protocolos no tienen autenticación? Se diseñaron en los años 80 para redes confiables. Añadir seguridad después (DNSSEC, DAI) es más difícil que haberla incluido de origen; es una lección de diseño.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¿DNS over HTTPS (DoH) resuelve todo? Añade confidencialidad e integridad del canal cliente-resolver, dificultando el spoofing y la vigilancia, pero no autentica la zona como DNSSEC ni protege dentro de la LAN por sí solo.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¿ARP spoofing funciona en redes conmutadas modernas? Sí, porque explota la ausencia de autenticación de ARP, no el medio. Las mitigaciones son a nivel de switch (DAI) y segmentación.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un servidor DHCP rogue? Monitorizando ofertas DHCP inesperadas y con DHCP snooping en switches, que solo confía en puertos autorizados.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1035 (DNS) — &lt;https://www.rfc-editor.org/rfc/rfc1035&gt;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2131 (DHCP) — &lt;https://www.rfc-editor.org/rfc/rfc2131&gt;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826 (ARP) — &lt;https://www.rfc-editor.org/rfc/rfc826&gt;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Cloudflare Learning: DNS — &lt;https://www.cloudflare.com/learning/dns/what-is-dns/&gt;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