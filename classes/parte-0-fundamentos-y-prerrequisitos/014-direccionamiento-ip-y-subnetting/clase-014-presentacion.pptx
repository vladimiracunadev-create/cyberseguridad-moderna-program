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014 — Direccionamiento IP y subnetting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subredes con soltura, algo que necesitarás constantemente para definir el alcance de un escaneo, segmentar una red o interpretar un rango objetivo. Al terminar sabrás pasar entre notación decimal, binaria y CIDR, calcular direcciones de red, broadcast, rango de hosts y dividir una red en subredes.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direcciones IP entre decimal y binario.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máscaras de red y notación CIDR.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red, broadcast, primer/último host y número de hosts.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Dividir una red en subredes (subnetting/VLSM).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rangos privados, especiales y su relevancia en seguridad.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IPv4 y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Máscara de red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Notación CIDR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Red y broadcast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Cálculo de hosts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Subnetting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VLSM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Máscara de red: patrón de bits que separa la porción de red de la de host. Clave: /24 = 255.255.255.0 = 24 bits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CIDR: notación IP/prefijo que reemplazó las clases A/B/C. Clave: permite prefijos arbitrarios y agregación de rutas.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Dirección de red: primera del bloque, con todos los bits de host a 0. Clave: no se asigna a hosts.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Broadcast: última del bloque, con todos los bits de host a 1. Clave: tampoco es asignable.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Hosts utilizables: 2^(bits de host) − 2. Clave: se restan red y broadcast (salvo /31, /32).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Rangos privados (RFC 1918): 10/8, 172.16/12, 192.168/16. Clave: no enrutables en Internet; típicos de laboratorios y 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Bastan papel y lápiz para aprender de verdad. Para verificar: ipcalc (Linux), sipcalc, o la calculadora del sistema en modo programador. En Kali: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ipcalc sipcalc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 depender de calculadoras online al principio: el objetivo es entender el cálculo, no automatizarlo.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Decimal a binario. Convierte a mano 192.168.10.0 y 255.255.255.192 a binario. Verifica: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ipcalc 192.168.10.0/26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bloque /24. Para 10.10.10.0/24 determina: máscara, dirección de red, broadcast, primer y último host, número de hosts.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Subnetear. Divide 192.168.1.0/24 en 4 subredes iguales (/26). Escribe para cada una: red, rango de hosts y broadcast.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 con la herramienta: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ipcalc 192.168.1.0/24 -s 62 62 62 62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sipcalc 192.168.1.0/26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¿Cuántos hosts utilizables tiene un /22? ¿Y un /30?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10.20.30.45/27, calcula la dirección de red y el broadcast.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Divide 192.168.100.0/24 en 8 subredes; da la 3ª subred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con VLSM un plan para 3 departamentos de 60, 30 y 10 hosts partiendo de un /24.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/31 puede usarse en enlaces punto a punto pese a la regla −2.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si 192.168.5.130 y 192.168.5.200 están en la misma subred /26.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plan de direccionamiento para una organización ficticia con cuatro segmentos de distinto tamaño (por ejemplo 200, 60, 12 y un enlace WAN) partiendo de un único bloque /23, usando VLSM para no desperdiciar direcciones. Entrega una tabla con red, máscara, rango de hosts y broadcast de cada segmento.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las subredes no se solapan, cada una tiene la máscara mínima que satisface su número de hosts, y la suma cabe en el /23 asignado. Verificable con ipcalc/sipcalc sobre cada subred de la tabla.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Olvidar restar red y broadcast — Los hosts utilizables son 2^n − 2, no 2^n.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Subredes solapadas en VLSM — Asignaste sin ordenar por tamaño. Empieza por la subred más grande.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/24 con 255.255.0.0 — /24 es 255.255.255.0. Cuenta los bits a 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Poner un host en la dirección de red o broadcast — No son asignables (salvo /31, /32). Usa el rango intermedio.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Mezclar bits de red al subnetear — Trabaja en binario para ver claramente la frontera red/host.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importa el subnetting en seguridad? Define el alcance: un /24 son 254 hosts a escanear; equivocarte de máscara deja objetivos fuera o incluye redes que no debías tocar. También es la base de la segmentación defensiva.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¿Sigo necesitando saber esto con IPv6? IPv6 usa prefijos igual (p. ej. /64), aunque el cálculo de hosts cambia por su tamaño. Los conceptos de red/prefijo se trasladan.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usar siempre una calculadora? Para trabajar sí, pero entender el cálculo te permite razonar rangos al vuelo durante un pentest y detectar errores 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APIPA (169.254.x.x)? Direcciones autoasignadas cuando falla DHCP. Verlas suele indicar un problema de red, útil como señal diagnóstica.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4632 (CIDR) — &lt;https://www.rfc-editor.org/rfc/rfc4632&gt;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1918 (direcciones privadas) — &lt;https://www.rfc-editor.org/rfc/rfc1918&gt;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 1 ipcalc, man 1 sipcalc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Cisco: Subnetting básico — &lt;https://www.cisco.com/c/en/us/support/docs/ip/routing-information-protocol-rip/13788-3.html&gt;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