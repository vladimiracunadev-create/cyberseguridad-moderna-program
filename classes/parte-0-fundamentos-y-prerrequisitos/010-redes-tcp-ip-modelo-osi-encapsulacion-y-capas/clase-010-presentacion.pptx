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010 — Redes TCP/IP: modelo OSI, encapsulación y capas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se comunican los sistemas en red mediante modelos de capas. Al terminar podrás explicar qué hace cada capa, cómo se encapsulan los datos al bajar por la pila y cómo se desencapsulan al subir, y traducir entre el modelo OSI de 7 capas y el modelo TCP/IP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capas de los modelos OSI y TCP/IP y su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encapsulación y las PDU de cada capa.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protocolos reales a su capa correspondiente.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ataques concretos con la capa que afectan.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Observar la encapsulación real en una captura de 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OSI (7 capas)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Modelo TCP/IP (4 capas)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Encapsulación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PDU por capa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Direccionamiento por capa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Protocolos por capa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Ataques por capa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OSI: modelo conceptual de 7 capas (física, enlace, red, transporte, sesión, presentación, aplicación). Clave: referencia para razonar, no una implementación literal.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TCP/IP: modelo práctico de 4 capas (acceso a red, Internet, transporte, aplicación). Clave: es el que gobierna Internet.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Encapsulación: cada capa añade su cabecera al bajar por la pila. Clave: los datos de aplicación viajan envueltos en segmento → paquete → trama.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PDU (Protocol Data Unit): nombre del dato en cada capa (trama en enlace, paquete en red, segmento en transporte). Clave: precisa la terminología.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MTU: tamaño máximo de la carga a nivel de enlace (típ. 1500 en Ethernet). Clave: excederla obliga a fragmentar.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Multiplexación por puerto: la capa de transporte usa puertos para distinguir aplicaciones. Clave: permite muchas conexiones simultáneas por host.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Wireshark en tu equipo o VM (&lt;https://www.wireshark.org&gt;) y ten tcpdump disponible en Kali. Practica sobre tu red de laboratorio o sobre tráfico propio. Un diagrama impreso de las capas OSI/TCP-IP junto a los protocolos ayuda mucho durante la clase.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mapeo. En una tabla, alinea las 7 capas OSI con las 4 de TCP/IP y coloca al menos un protocolo por capa.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tráfico de una petición web sencilla. En Kali: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tcpdump -i eth0 -c 20 -w captura.pcap host &lt;ip-victima&gt;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tráfico con curl http://&lt;ip-victima&gt;/.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la captura en Wireshark y selecciona un paquete HTTP.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la encapsulación. En el panel de detalle verás las capas anidadas: Ethernet (enlace) → IP (red) → TCP (transporte) → HTTP (aplicación). Expande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direcciones por capa: la MAC en Ethernet, la IP en la capa de red y el puerto en TCP. Anota los tres para el mismo paquete.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de menor a mayor nivel: TCP, Ethernet, HTTP, 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cabecera añade cada capa a un mensaje "hola" que envía una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¿En qué PDU y capa actúa un switch? ¿Y un router?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ejemplo de ataque para cada una de las 4 capas TCP/IP.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cuánta sobrecarga (bytes de cabeceras) añaden Ethernet+IP+TCP a un payload.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modelo OSI tiene capas (sesión, presentación) que TCP/IP no separa.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partir de una captura propia, entrega un documento que "diseccione" un único paquete HTTP mostrando, capa por capa, la cabecera añadida y sus campos clave (MAC origen/destino, IP origen/destino, puertos, y la primera línea HTTP). Incluye una captura de pantalla del árbol de Wireshark.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documento identifica correctamente las cuatro capas del paquete con al menos un campo relevante de cada una, y las direcciones (MAC, IP, puerto) coinciden con las de la captura mostrada. Verificable abriendo el .pcap adjunto.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OSI con TCP/IP — Son modelos distintos; TCP/IP colapsa varias capas OSI. Aprende el mapeo.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tcpdump no captura nada — Interfaz equivocada o sin permisos. Usa sudo y verifica la interfaz con ip 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 tráfico cifrado ilegible — HTTPS oculta la capa de aplicación. Usa HTTP en el lab o descifra con claves propias.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Creer que un switch enruta por IP — Un switch opera en capa 2 (MAC); el router en capa 3 (IP).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Pensar que la encapsulación cambia los datos — Solo los envuelve con cabeceras; el payload original se preserva.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¿Aprendo OSI o TCP/IP? Ambos: TCP/IP es el modelo real, pero OSI da el vocabulario que usa toda la industria ("un ataque de capa 7", "un balanceador L4").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importa la encapsulación en seguridad? Porque cada capa se puede inspeccionar, filtrar o falsificar. Firewalls, IDS y ataques operan en capas concretas; sin este modelo no se entienden.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¿Las capas de sesión y presentación existen en la práctica? Sus funciones (gestión de sesión, cifrado/codificación) existen, pero en TCP/IP se realizan dentro de la capa de aplicación o de protocolos como TLS.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¿Wireshark o tcpdump? tcpdump para capturar rápido en servidores sin GUI; Wireshark para analizar en profundidad con su árbol y filtros. Se complementan.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W. Richard Stevens, TCP/IP Illustrated, Vol. 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User's Guide — &lt;https://www.wireshark.org/docs/&gt;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1122, Requirements for Internet Hosts — &lt;https://www.rfc-editor.org/rfc/rfc1122&gt;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Cloudflare Learning: OSI model — &lt;https://www.cloudflare.com/learning/ddos/glossary/open-systems-interconnection-model-osi/&gt;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