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005 — Linux esencial para seguridad: filesystem, permisos y usuarios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el modelo de archivos, permisos y usuarios de Linux, que es la base de la mayoría de escaladas de privilegios y de las medidas de hardening. Al terminar sabrás leer y modificar permisos, entender usuarios y grupos, y reconocer configuraciones peligrosas como binarios SUID.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Navegar la jerarquía FHS y ubicar archivos clave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y modificar permisos en notación simbólica y octal.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usuarios, grupos y sus archivos de definición.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permisos especiales (SUID, SGID, sticky) y su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principio de mínimo privilegio en el filesystem.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FHS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/etc/passwd y /etc/shadow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Permisos rwx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Notación octal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Usuarios y grupos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SUID/SGID/sticky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chmod, chown, umask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FHS (Filesystem Hierarchy Standard): convención de directorios (/etc, /bin, /var, /home...). Clave: /etc guarda configuración, /var/log los 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Permisos rwx: lectura, escritura y ejecución para propietario, grupo y otros. Clave: en un directorio, x significa "poder entrar".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/etc/shadow: almacena los hashes de las contraseñas, legible solo por root. Clave: objetivo de cracking offline.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SUID: bit que hace que un ejecutable corra con los privilegios del propietario (a menudo root). Clave: un SUID mal puesto = escalada a root.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umask: máscara que resta permisos a los archivos recién creados. Clave: define la exposición por defecto.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ACL (Access Control List): permisos por usuario/grupo adicionales a rwx. Clave: getfacl/setfacl para control granular.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en tu VM Kali o cualquier Linux del laboratorio. Necesitas una terminal y una cuenta con sudo. Comandos base: ls -l, chmod, chown, id, stat, find, getfacl/setfacl. Ten a mano las páginas de manual (man chmod).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Explorar el FHS: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ls -la / ; ls -l /etc/passwd /etc/shadow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que shadow no es legible por usuarios normales.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permisos. Crea un archivo y examínalo: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touch prueba.txt ; stat prueba.txt ; ls -l prueba.txt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Descompón la cadena -rw-r--r-- en propietario/grupo/otros.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Cambiar permisos en simbólico y octal: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Traduce a octal: rwxr-x---, rw-rw-r--, r--------.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significa el permiso x en un directorio frente a en un archivo.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directorio compartido por un grupo donde los archivos nuevos hereden el grupo (pista: SGID).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directorio "temporal" donde cada usuario solo pueda borrar sus propios archivos (sticky bit).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por qué /etc/shadow tiene permisos 640 root:shadow y qué pasaría con 644.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find, localiza archivos con escritura para "otros" en /etc y explica el riesgo.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una carpeta de proyecto compartida por un grupo equipo con estas propiedades: los miembros pueden crear y editar archivos, los archivos nuevos pertenecen automáticamente al grupo, y nadie puede borrar archivos ajenos. Documenta los permisos aplicados.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ls -ld de la carpeta muestra SGID y sticky bit activos; un segundo usuario del grupo puede crear un archivo que queda con grupo equipo, pero no puede borrar el del otro. Verificable con dos cuentas de prueba.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Permission denied al entrar a un directorio — Falta el bit x en el directorio. Añádelo con chmod +x.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chmod 777 "para que funcione" — Antipatrón peligroso: da control total a todos. Usa el mínimo necesario.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poder leer /etc/shadow como usuario — Es correcto: solo root/grupo shadow. Usa sudo si tienes permiso.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SUID root en un script propio no eleva — El kernel ignora SUID en scripts por seguridad; solo aplica a binarios.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Permisos correctos pero acceso denegado — Puede haber una ACL o SELinux/AppArmor. Revisa getfacl y el LSM.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¿Octal o simbólico? Ambos. Octal es compacto para asignar permisos completos; simbólico es cómodo para añadir/quitar un bit sin tocar el resto.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los binarios SUID son peligrosos? Porque ejecutan con privilegios del propietario. Si un SUID root tiene un fallo o permite ejecutar comandos, un usuario normal puede volverse root. GTFOBins cataloga muchos casos.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¿root puede saltarse los permisos? Sí, root ignora los permisos rwx tradicionales. Por eso limitar el uso de root y las escaladas es central en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¿Las ACLs sustituyen a rwx? No, las complementan. rwx sigue siendo la base; las ACLs añaden entradas por usuario/grupo cuando rwx no basta.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Michael Kerrisk, The Linux Programming Interface (caps. de archivos y permisos).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 1 chmod, man 5 passwd, man 5 shadow, man 1 setfacl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Filesystem Hierarchy Standard — &lt;https://refspecs.linuxfoundation.org/fhs.shtml&gt;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GTFOBins — &lt;https://gtfobins.github.io/&gt;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