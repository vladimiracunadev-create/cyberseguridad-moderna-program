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004 — Montaje del laboratorio: virtualización, Kali, snapshots y aislamiento de red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laboratorio de seguridad aislado y reversible en tu propio equipo. Al terminar tendrás una máquina atacante (Kali) y una o más máquinas víctima en una red interna sin salida a Internet ni a tu red doméstica, con snapshots para volver atrás tras cada experimento.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un hipervisor y comprobar la virtualización por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Kali Linux y una VM víctima desde imágenes oficiales.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una red interna/host-only sin acceso a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snapshots para revertir el estado tras cada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el aislamiento con pruebas de conectividad.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Virtualización tipo 1 vs. tipo 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VT-x/AMD-V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Imágenes oficiales y verificación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Modos de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Aislamiento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Snapshots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Máquinas víctima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Hipervisor: software que ejecuta VMs. Tipo 1 (ESXi, Hyper-V) corre sobre el hardware; tipo 2 (VirtualBox, VMware Workstation) sobre un SO anfitrión. Clave: para un lab personal, tipo 2 basta.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Snapshot: foto del estado completo de una VM (disco + RAM). Clave: permite volver a un punto limpio en segundos.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host-only: red virtual entre el anfitrión y las VMs, sin salida a Internet. Clave: aislamiento parcial (el host la ve).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interna (internal): red solo entre VMs, ni siquiera el host tiene acceso directo. Clave: el mayor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Metasploitable: VM deliberadamente vulnerable para practicar. Clave: nunca exponerla a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Checksum/firma: verificación de integridad y autenticidad de la ISO. Clave: garantiza que descargaste la imagen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VirtualBox (gratuito, multiplataforma) o VMware Workstation Player. Descarga la imagen oficial de Kali Linux desde &lt;https://www.kali.org/get-kali/&gt; y una víctima como Metasploitable 2 o DVWA. Verifica siempre el checksum SHA-256 publicado. Comprueba que la virtualización esté activada en la BIOS/UEFI.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Comprobar virtualización. En Windows, abre el Administrador de tareas → Rendimiento → CPU y confirma "Virtualización: habilitada". Si no, actívala en la UEFI (VT-x/AMD-V).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la ISO de Kali. Descarga la imagen y su checksum. En PowerShell: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Get-FileHash .\kali-linux-.iso -Algorithm SHA256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resultado con el valor oficial de kali.org. Si no coincide, no la uses.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la VM Kali en VirtualBox: 2 vCPU, 4 GB RAM, 40 GB disco. Monta la ISO y completa la instalación gráfica.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la red interna. En VirtualBox → Herramientas → Red, o por VM en Configuración → Red → "Red interna" con nombre lab-net. Asigna ese adaptador a Kali y a la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la víctima (Metasploitable) importando el OVA/OVF y conectándola a lab-net.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cuándo usar NAT, bridged, host-only e internal, y por qué el laboratorio usa internal.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proceso de verificación de checksum y qué harías si no coincide.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tercer nodo (una VM Windows de evaluación) en la misma red y verifica que ve a Kali.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convención de nombres y de IPs para tu laboratorio (subredes por escenario).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snapshot con RAM y otro sin RAM; explica la diferencia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pequeño checklist de "higiene" para mantener el lab (actualizaciones, plantillas, limpieza).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laboratorio funcional con al menos dos VMs (Kali + una víctima) en red interna aislada, con IPs estáticas documentadas y un snapshot base-limpia por VM. Adjunta capturas de: (a) ping interno exitoso, (b) ping a Internet fallido, y (c) la lista de snapshots.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Kali alcanza a la víctima por la red interna pero ninguna VM alcanza Internet, y restaurar el snapshot devuelve la VM a un estado limpio verificable. Cualquiera con tus notas puede reproducir el montaje.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"VT-x is not available" / VM muy lenta — Virtualización desactivada en UEFI o Hyper-V acaparando VT-x. Actívala; en Windows desactiva Hyper-V si usas VirtualBox.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VMs no se ven entre sí — Adaptadores en redes distintas o IPs en subredes diferentes. Ponlas en el mismo internal y subred.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víctima tiene salida a Internet — Adaptador en NAT/bridged por error. Cámbialo a red interna.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 enorme / disco lleno — Snapshots acumulados sin limpiar. Consolida o elimina los antiguos.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 no arranca — Descarga corrupta. Verifica el checksum y vuelve a bajarla.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Kali como sistema principal? No es recomendable para empezar: Kali está pensado como herramienta, no como escritorio diario. Úsalo dentro de una VM aislada.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¿VirtualBox o VMware? Ambos sirven para el curso. VirtualBox es gratuito y multiplataforma; VMware suele rendir algo mejor. Elige uno y sé consistente.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red interna y no host-only? Host-only deja al host en la red; interna aísla aún más. Para prácticas ofensivas con malware, cuanto más aislado, mejor.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mucha RAM? Con 8 GB puedes correr Kali + una víctima. Con 16 GB trabajas cómodo con varios nodos.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 Linux — Get Kali y documentación — &lt;https://www.kali.org/docs/&gt;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Oracle VirtualBox Manual — &lt;https://www.virtualbox.org/manual/&gt;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Rapid7 Metasploitable — &lt;https://docs.rapid7.com/metasploit/metasploitable-2/&gt;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DVWA — &lt;https://github.com/digininja/DVWA&gt;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