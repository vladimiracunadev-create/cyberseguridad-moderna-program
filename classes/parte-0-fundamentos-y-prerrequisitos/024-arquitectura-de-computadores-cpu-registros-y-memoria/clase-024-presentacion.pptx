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024 — Arquitectura de computadores: CPU, registros y memoria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 una CPU a bajo nivel: registros, la pila de llamadas, el ciclo de ejecución y el ensamblador básico. Este conocimiento es el requisito previo indispensable para la explotación binaria, la ingeniería inversa y el análisis de malware que verás en partes avanzadas del programa.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registros clave de x86-64 y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ciclo fetch-decode-execute.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el uso de la pila en una llamada 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ensamblador básico y relacionarlo con código 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 estos conceptos con vulnerabilidades de memoria.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CPU y ciclo de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Registros x86-64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La pila (stack)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Convención de llamada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Ensamblador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Endianness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Del C al ASM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memoria interna y rapidísima de la CPU. Clave: RIP apunta a la siguiente instrucción; controlarlo = controlar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/ RBP: puntero de pila y de marco. Clave: delimitan el marco de la función actual; centrales en overflows de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Pila (stack): estructura LIFO que crece hacia direcciones bajas en x86. Clave: guarda dirección de retorno y locales.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/ ret: call apila la dirección de retorno y salta; ret la desapila a RIP. Clave: sobrescribir esa dirección desvía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Endianness: orden de bytes (x86 es little-endian). Clave: al escribir direcciones en un exploit hay que respetarlo.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Convención de llamada (System V): argumentos en RDI, RSI, RDX, RCX, R8, R9. Clave: saber dónde están los parámetros al leer ASM.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Linux/Kali: gcc, objdump, gdb (idealmente con GEF o pwndbg), readelf. Instala GEF: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bash -c "$(curl -fsSL https://gef.blah.cat/sh)"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tu VM de laboratorio. Un programa C sencillo servirá para compilar, desensamblar y depurar.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Compilar y desensamblar. Crea suma.c con una función suma(a,b) y main: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-O0 -g suma.c -o suma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-d -M intel suma | sed -n '/&lt;suma&gt;:/,/ret/p'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push rbp, mov rbp, rsp, las operaciones y 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en gdb: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./suma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(gdb) break suma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registros de x86-64 y describe la función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guarda la pila cuando se llama a una función y en qué orden.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una función y anota a qué línea de C corresponde cada instrucción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little-endian los bytes de la dirección 0x00401136.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overflow de un buffer en la pila puede alterar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protegen ASLR, NX/DEP y los stack canaries, cada uno contra qué.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programa C con una función que reciba argumentos y realice un cálculo. Compílalo, desensámblalo y, con gdb, produce un "mapa" anotado que muestre: los registros con los argumentos al entrar en la función, la ubicación de la dirección de retorno en la pila, y la instrucción ret que la consume. Explica en qué punto un atacante intentaría intervenir.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mapa identifica correctamente los registros de argumentos según System V, señala la dirección de retorno en el volcado de la pila (x/gx $rsp) y explica coherentemente la relación entre sobrescribir esa dirección y el control de RIP. Reproducible con los mismos comandos de gdb.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desensamblado no se parece al C — Optimizaciones. Compila con -O0 para ver una traducción 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no muestra símbolos — Falta información de depuración. Compila con -g.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en cada ejecución — ASLR activo. Para estudiar, desactívalo en el lab (setarch -R) con cuidado.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el orden de bytes — x86 es little-endian; escribe las direcciones al revés byte a byte.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Sintaxis AT&amp;T confusa — Usa -M intel en objdump y set disassembly-flavor intel en gdb.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experto en ensamblador? No para esta clase: basta reconocer patrones (prólogo/epílogo de función, call/ret) y saber leer registros. La maestría se construye en las partes de exploiting e ingeniería inversa.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x86-64 y no ARM? x86-64 domina el escritorio/servidor y casi toda la literatura de exploiting parte de él. Los conceptos (registros, pila, convención de llamada) se trasladan a ARM con cambios de nombres.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RIP y por qué es tan importante? Es el puntero de instrucción: apunta a lo que se ejecutará a continuación. Todo el arte del control-flow hijacking consiste en lograr que RIP apunte donde quiere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¿Estas mitigaciones (ASLR, DEP) hacen imposible el exploiting? Lo dificultan mucho, no lo impiden: existen técnicas (ROP, infoleaks) para eludirlas. Verlas ahora te prepara para entender esa carrera armamentística.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Jon Erickson, Hacking: The Art of Exploitation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 64 and IA-32 Architectures Software Developer's Manual — &lt;https://www.intel.com/sdm&gt;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V AMD64 ABI — &lt;https://gitlab.com/x86-psABIs/x86-64-ABI&gt;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GEF (GDB Enhanced Features) — &lt;https://hugsy.github.io/gef/&gt;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