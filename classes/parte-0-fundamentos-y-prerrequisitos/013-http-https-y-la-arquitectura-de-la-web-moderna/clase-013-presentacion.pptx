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013 — HTTP, HTTPS y la arquitectura de la web moderna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protocolo sobre el que corre la web y, con él, la mayor parte de la superficie de ataque moderna. Al terminar entenderás peticiones y respuestas HTTP, métodos, códigos de estado, cabeceras, cookies y sesiones, y cómo HTTPS/TLS añade confidencialidad e integridad al canal.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e interpretar peticiones y respuestas HTTP.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métodos, códigos de estado y cabeceras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cómo funcionan cookies, sesiones y autenticación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aporta TLS y cómo se establece una conexión HTTPS.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tráfico web con herramientas de interceptación.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petición/respuesta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Métodos HTTP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Códigos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Cabeceras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Cookies y sesiones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HTTPS/TLS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Cabeceras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HTTP: protocolo de aplicación sin estado sobre TCP (o QUIC en HTTP/3). Clave: cada petición es independiente; el estado se añade con cookies.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Método: verbo que indica la acción (GET lee, POST envía, PUT reemplaza, DELETE borra). Clave: GET debe ser seguro/idempotente.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Código de estado: número de la respuesta (200 OK, 301 redirección, 401/403 auth, 404, 500). Clave: primer diagnóstico de cualquier fallo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Cookie: dato que el servidor pide al navegador guardar y reenviar. Clave: HttpOnly, Secure, SameSite la protegen.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TLS: protocolo que cifra y autentica el canal mediante certificados. Clave: HTTPS = HTTP sobre TLS; protege confidencialidad e integridad, no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HSTS: cabecera que fuerza HTTPS en el navegador. Clave: mitiga el downgrade a HTTP.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curl, el navegador con sus DevTools (pestaña Network), y un proxy de interceptación como Burp Suite Community o OWASP ZAP. Para inspeccionar TLS, openssl sclient. Practica contra una app de laboratorio (DVWA, o un servidor propio), nunca contra sitios ajenos sin permiso.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Petición cruda con curl. Observa cabeceras de respuesta: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curl -v http://10.10.10.6/ 2&gt;&amp;1 | head -40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la línea de estado, cabeceras y cuerpo.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Métodos y estados. Prueba distintos métodos y observa el código: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curl -s -o /dev/null -w "%{httpcode}\n" -X POST http://10.10.10.6/login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Inspeccionar cookies. Haz login en la app de laboratorio con DevTools abiertas y revisa la cookie de sesión: ¿tiene HttpOnly, Secure, SameSite?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Interceptar con Burp/ZAP. Configura el navegador para pasar por el proxy y captura una petición; modifícala y reenvíala (Repeater) para ver el efecto en el servidor.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estos códigos: 204, 301, 401, 403, 429, 502. ¿Qué significa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401 y 403.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atributos hacen segura una cookie de sesión y contra qué protege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qué información revela y qué oculta TLS a un observador de la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cabecera Content-Security-Policy y da un ejemplo que mitigue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Burp Repeater, cambia un parámetro y documenta cómo responde la 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Usando un proxy de interceptación, captura el flujo completo de autenticación de una app de laboratorio: la petición de login, la respuesta que establece la cookie de sesión, y una petición autenticada posterior. Documenta las cabeceras de seguridad presentes y ausentes, y propón mejoras.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evidencia muestra la cookie de sesión con sus atributos reales, e identificas correctamente al menos dos cabeceras de seguridad faltantes (p. ej. HSTS, CSP, SameSite) con una recomendación concreta por cada una. Reproducible contra la misma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no intercepta HTTPS — Falta instalar el certificado CA de Burp en el navegador. Impórtalo.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curl da error de certificado — Certificado autofirmado en el lab. Usa -k solo en laboratorio, nunca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cookie no se envía en peticiones — Atributo SameSite/Secure o dominio/ruta incorrectos. Revisa el scope.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405 Method Not Allowed — El recurso no admite ese método. Comprueba la API.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HTTP/2 no aparece en la captura — Negociado por ALPN dentro de TLS. Usa herramientas que lo soporten.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¿HTTPS hace segura mi aplicación? No: cifra el canal, pero no protege contra fallos de la app (inyección, XSS, lógica). Es necesario pero no suficiente.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HTTP es "sin estado" si hay sesiones? El protocolo no recuerda peticiones anteriores; las cookies y tokens simulan estado guardándolo en cliente/servidor.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cambia HTTP/2 y HTTP/3? HTTP/2 multiplexa varias peticiones en una conexión; HTTP/3 corre sobre QUIC (UDP) reduciendo latencia. La semántica (métodos, estados) se mantiene.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¿Burp o ZAP? Ambos interceptan y modifican tráfico. Burp es el estándar profesional; ZAP es open source y gratuito. Para aprender, cualquiera sirve.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9110, HTTP Semantics — &lt;https://www.rfc-editor.org/rfc/rfc9110&gt;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Web Docs: HTTP — &lt;https://developer.mozilla.org/docs/Web/HTTP&gt;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Secure Headers Project — &lt;https://owasp.org/www-project-secure-headers/&gt;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Web Security Academy — &lt;https://portswigger.net/web-security&gt;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