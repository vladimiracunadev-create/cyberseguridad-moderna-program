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007 — Bash scripting para tareas de seguridad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tareas repetitivas de seguridad con scripts de Bash robustos: barridos de red, parsing de resultados, comprobaciones de hardening y orquestación de herramientas. Al terminar escribirás scripts con variables, condicionales, bucles, funciones y manejo de errores.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script con shebang, variables y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condicionales, bucles y case para lógica de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argumentos, entrada de usuario y códigos de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buenas prácticas de robustez (set -euo pipefail, comillas).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una tarea real de seguridad de principio a fin.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Shebang y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Variables y expansión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Condicionales [[ ]]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Bucles for/while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Argumentos y getopts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Robustez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Shebang (#!/usr/bin/env bash): primera línea que indica el intérprete. Clave: usa env para portabilidad.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Sustitución de comandos ($(...)): captura la salida de un comando en una variable. Clave: prefiérela a las backticks.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set -euo pipefail: aborta ante errores, variables no definidas y fallos en pipes. Clave: convierte scripts frágiles en robustos.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Quoting: entrecomillar variables ("$var") evita word splitting y globbing. Clave: causa nº1 de bugs y de inyección.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salida: entero 0–255; 0 = éxito. Clave: $? lo lee; permite encadenar con &amp;&amp;/||.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Trap: captura señales/eventos para limpiar (trap 'rm -f "$tmp"' EXIT). Clave: higiene ante interrupciones.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Necesitas Bash (ya presente en Linux/Kali), un editor (nano, vim o VS Code) y ShellCheck para análisis estático: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shellcheck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 a mano herramientas que orquestarás en las prácticas: ping, nc (netcat), nmap (si está instalado). Trabaja siempre en tu laboratorio aislado.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Esqueleto robusto. Crea barrido.sh: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set -euo pipefail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red="${1:?Uso: $0 &lt;prefijo /24, p.ej. 10.10.10&gt;}"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Bucle de descubrimiento (ping sweep) en tu red interna: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 i in $(seq 1 254); 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ip="${red}.${i}"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if ping -c1 -W1 "$ip" &amp;&gt;/dev/null; then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a barrido.sh la opción -p PUERTO con getopts para probar un puerto TCP con nc -z.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que reciba una lista de hosts por archivo y los recorra con while read.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manejo de errores: si falta nmap, avisa y termina con código distinto de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función que valide que el argumento es una IP bien formada.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trap para borrar un archivo temporal al salir, aun con Ctrl+C.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mini auditor que revise 3 controles de hardening y devuelva un resumen con conteo de OK/FALLO.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script auditor.sh parametrizable que reciba una subred, descubra hosts activos, para cada uno compruebe si tiene el puerto 22 o 80 abierto, y genere un informe con marca de tiempo. Debe pasar ShellCheck sin avisos y usar set -euo pipefail.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shellcheck auditor.sh no reporta problemas; ejecutado contra tu laboratorio produce un archivo de informe legible con hosts y puertos; y ante un argumento inválido termina con mensaje de uso y código de salida ≠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unbound variable — Variable usada sin definir con set -u activo. Da valor por defecto (${x:-}) o defínela.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script "come" archivos con espacios — Falta de comillas. Entrecomilla siempre "$var" y usa "$@".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 falla pero el script sigue — Sin pipefail, solo cuenta el último comando. Añade set -o pipefail.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[: ==: unary operator expected — Comparación sin comillas y variable vacía. Usa [[ ]] y comillas.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ejecutar — Falta chmod +x o el shebang es incorrecto.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¿Bash o Python para automatizar seguridad? Bash brilla pegando herramientas de línea de comandos y tareas rápidas del sistema. Para lógica compleja, estructuras de datos o red, Python (Clases 015–017) es mejor.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#!/usr/bin/env bash y no #!/bin/bash? env busca bash en el PATH, más portable entre distros donde bash puede estar en rutas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¿ShellCheck es imprescindible? Muy recomendable: detecta quoting, variables no usadas y bugs sutiles antes de que exploten. Intégralo en tu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depuro un script? Ejecuta con bash -x script.sh para ver cada comando expandido, o añade set -x en la sección a inspeccionar.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GNU Bash Reference Manual — &lt;https://www.gnu.org/software/bash/manual/&gt;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ShellCheck — &lt;https://www.shellcheck.net/&gt;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Shell Style Guide — &lt;https://google.github.io/styleguide/shellguide.html&gt;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bash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