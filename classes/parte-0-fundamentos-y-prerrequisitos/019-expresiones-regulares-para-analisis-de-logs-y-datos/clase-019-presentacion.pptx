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019 — Expresiones regulares para análisis de logs y datos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las expresiones regulares para extraer, validar y correlacionar información en logs, capturas y volcados de datos. Las regex son omnipresentes en SIEM, IDS, grep y herramientas de análisis; saber escribirlas bien multiplica tu velocidad como analista.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patrones con clases, cuantificadores y anclas.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subcadenas con grupos y referencias.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IOCs (IPs, hashes, URLs, correos) de 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regex en grep -P, Python (re) y herramientas de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Evitar patrones peligrosos (ReDoS) y errores frecuentes.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Literales y metacaracteres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Clases de caracteres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Cuantificadores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Anclas y límites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Grupos y captura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Codicia y pereza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Extracción de IOCs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Metacarácter: símbolo con significado especial (.  + ? [ ] ( ) ^ $ \). Clave: escapar con \ para tratarlo como literal.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de caracteres: conjunto entre corchetes ([a-f0-9]). Clave: \d = dígito, \w = alfanumérico+, \s = espacio.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Cuantificador codicioso: /+ intentan capturar lo máximo. Clave: .? (perezoso) captura lo mínimo; crucial para no "tragar" de más.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 de captura: (...) guarda lo coincidido para reutilizarlo. Clave: (?:...) agrupa sin capturar.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Ancla: ^ (inicio), $ (fin), \b (límite de palabra). Clave: evita coincidencias parciales no deseadas.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ReDoS: denegación de servicio por regex con retroceso catastrófico. Clave: cuantificadores anidados sobre patrones ambiguos son peligrosos.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con grep -P (PCRE), Python re, y un entorno visual como regex101.com (elige el motor PCRE/Python) para ver el árbol de coincidencias. Ten a mano un log real (auth.log, access.log) y una muestra de texto con IOCs para extraer.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Clases y cuantificadores. Encuentra todas las horas HH:MM:SS en un log: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grep -oP '\b\d{2}:\d{2}:\d{2}\b' auth.log | head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IPv4. Patrón razonable para direcciones: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grep -oP '\b(?:\d{1,3}\.){3}\d{1,3}\b' access.log | sort | uniq -c | sort -nr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Grupos de captura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 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 = re.search(r'Failed password for (\w+) from ([\d.]+)', linea)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regex que extraiga solo IPs privadas (10/8, 172.16/12, 192.168/16) de un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usuario e IP de cada línea de "Failed password" y cuenta intentos por 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patrón que valide un email de forma razonable (sin buscar perfección RFC).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todas las URLs de una página guardada y quédate solo con el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con una sola pasada MD5, SHA-1 y SHA-256 por su longitud.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un ejemplo de ReDoS y reescríbelo para hacerlo seguro.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iocextract.py, una herramienta que reciba un archivo de texto y extraiga y clasifique IOCs: IPv4, dominios, URLs, correos y hashes (MD5/SHA-1/SHA-256), imprimiendo un recuento por categoría y la lista deduplicada. Usa grupos con nombre y evita patrones vulnerables a ReDoS.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sobre una muestra con IOCs conocidos, la herramienta los extrae todos sin falsos positivos evidentes, clasifica correctamente los tres tipos de hash por longitud, y deduplica. El código no contiene cuantificadores anidados peligrosos. Verificable contando manualmente los IOCs de la muestra.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patrón captura de más — Cuantificador codicioso. Usa versión perezosa ? o clases más específicas.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 no coincide con lo esperado — . no incluye salto de línea por defecto. Usa flag DOTALL si lo necesitas.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en IPs (999.999.999.999) — El patrón no valida rangos 0-255. Refínalo o valida después con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grep no entiende \d — grep básico no es PCRE. Usa grep -P o -E con clases POSIX.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regex cuelga el proceso — ReDoS por retroceso. Simplifica y evita (a+)+ sobre entradas largas.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validar IPs solo con regex? La regex acota candidatos, pero validar rangos 0-255 exactos con regex es engorroso. Es mejor extraer con regex y validar con código (ipaddress en Python).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mi regex funciona en regex101 pero no en grep? Los motores difieren. grep básico usa BRE/ERE; PCRE (regex101/Python) admite \d, lookarounds, etc. Ajusta al motor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 lookahead/lookbehind? Aserciones que comprueban contexto sin consumirlo ((?=...), (?&lt;=...)). Útiles para extraer algo "seguido de" o "precedido por" sin incluirlo.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¿Regex sirve para parsear HTML/JSON? Para extracciones puntuales sí, pero para estructuras anidadas usa parsers dedicados. La regex no maneja bien anidamiento arbitrario.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Jeffrey Friedl, Mastering Regular Expressions (O'Reilly).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re — &lt;https://docs.python.org/3/library/re.html&gt;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regex101 (probador interactivo) — &lt;https://regex101.com/&gt;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OWASP: Regular Expression DoS (ReDoS) — &lt;https://owasp.org/www-community/attacks/RegularexpressionDenialofService-ReDoS&gt;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