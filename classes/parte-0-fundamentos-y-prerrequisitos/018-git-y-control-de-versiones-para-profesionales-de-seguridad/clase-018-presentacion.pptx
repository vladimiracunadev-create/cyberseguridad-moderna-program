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018 — Git y control de versiones para profesionales de seguridad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Git con soltura para versionar herramientas, notas y hallazgos, colaborar y, sobre todo, evitar filtrar secretos en el historial, un error de seguridad extremadamente común. Al terminar manejarás el flujo básico, ramas, resolución de conflictos y prácticas de higiene de secretos.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el flujo básico: init, add, commit, log, diff.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Trabajar con ramas, merge y resolución de conflictos.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Sincronizar con repositorios remotos (clone, push, pull).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Prevenir la fuga de secretos con .gitignore y buenas prácticas.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 repositorio en busca de secretos en el historial.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Git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Flujo básico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Ramas y merge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Conflictos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Remotos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.gitignore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Secretos en el historial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Commit: instantánea del proyecto con un hash único. Clave: Git guarda snapshots completos, no diferencias.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Rama (branch): puntero móvil a una línea de desarrollo. Clave: aísla trabajo sin afectar main.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Merge: integra una rama en otra. Clave: puede generar conflictos que hay que resolver a 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.gitignore: lista de rutas que Git no debe rastrear. Clave: primera línea de defensa contra subir secretos/artefactos.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Historial inmutable: reescribir el pasado (rebase, filter) cambia hashes. Clave: un secreto ya empujado no se borra con solo eliminarlo en un commit nuevo.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gitleaks/trufflehog: escáneres de secretos en repos. Clave: detectan claves y tokens en todo el historial.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Git y configúralo: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git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config --global user.name "Tu Nombre"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config --global user.email "tu@correo"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escaneo de secretos, instala gitleaks (&lt;https://github.com/gitleaks/gitleaks&gt;). Opcional: una cuenta en GitHub/GitLab para practicar remotos. No ejecutes git en el repositorio del curso durante esta clase; usa un repo de práctica aparte.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un repo de práctica (fuera del repo del curso):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mkdir ~/practica-git &amp;&amp; cd ~/practica-git &amp;&amp; git init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Flujo básico: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echo "# Notas" &gt; README.md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add README.md &amp;&amp; git commit -m "Primer commit"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log --oneline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Ramas y conflicto controlado. Crea una rama, edita la misma línea en ambas y fuerza un conflicto al hacer merge; resuélvelo manualmente.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Crea, cambia entre y fusiona tres ramas, documentando cada paso.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 y resuelve un conflicto de merge en un archivo con dos ediciones.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.gitignore completo para un proyecto Python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git log, git diff y git blame para investigar quién y cuándo cambió una línea.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gitleaks sobre un repo con un secreto plantado y explica el hallazgo.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eliminar un secreto del historial (git filter-repo/BFG) y por qué además hay que rotarlo.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repositorio de práctica, simula la fuga de un secreto (clave ficticia) en un commit, detéctalo con gitleaks, y documenta el procedimiento correcto de remediación: eliminación del historial y rotación de la credencial. Añade un .gitignore que habría prevenido la fuga.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gitleaks detecta el secreto plantado en el historial; tu .gitignore incluye el patrón que lo habría bloqueado; y tu documento explica por qué "borrar el archivo en un commit posterior" es insuficiente y qué se hace en su lugar. Reproducible en un repo limpio.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ya empujado a remoto — Rotar la credencial de inmediato; reescribir historial no basta si alguien ya lo clonó.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.gitignore no ignora un archivo — Ya estaba rastreado. Ejecuta git rm --cached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Conflicto de merge sin resolver — Editar los marcadores &lt;&lt;&lt;&lt;&lt;&lt;&lt;, =======, &gt;&gt;&gt;&gt;&gt;&gt;&gt; y hacer commit.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detached HEAD — Hiciste checkout a un commit, no a una rama. Crea una rama desde ahí.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Push rechazado (non-fast-forward) — El remoto avanzó. Haz git pull --rebase y resuelve.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 tan grave subir un secreto a Git? Porque el historial es distribuido y persistente: cualquiera que clonara el repo lo tiene, y bots escanean GitHub en segundos. La única respuesta segura es rotar el secreto.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¿git rm borra un secreto del historial? No: lo quita del árbol actual, pero sigue en commits anteriores. Hay que reescribir el historial (filter-repo/BFG) y rotar la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ramas para trabajar solo? No es obligatorio, pero las ramas te permiten experimentar (por ejemplo, un exploit peligroso) sin ensuciar main. Es buena higiene.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¿gitleaks en cada commit? Sí, integrarlo como pre-commit hook evita fugas antes de que ocurran. Prevención mejor que remediación.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Chacon &amp; Straub, Pro Git (gratis) — &lt;https://git-scm.com/book&gt;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gitleaks — &lt;https://github.com/gitleaks/gitleaks&gt;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GitHub: Removing sensitive data — &lt;https://docs.github.com/authentication/keeping-your-account-and-data-secure/removing-sensitive-data-from-a-repository&gt;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OWASP: Secrets Management Cheat Sheet — &lt;https://cheatsheetseries.owasp.org/cheatsheets/SecretsManagementCheatSheet.html&gt;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