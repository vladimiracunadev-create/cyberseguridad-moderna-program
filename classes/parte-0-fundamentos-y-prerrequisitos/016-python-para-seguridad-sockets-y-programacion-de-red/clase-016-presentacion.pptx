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016 — Python para seguridad: sockets y programación de red</a:t>
            </a:r>
          </a:p>
          <a:p>
            <a:r>
              <a:rPr sz="1600">
                <a:solidFill>
                  <a:srgbClr val="2E8B57"/>
                </a:solidFill>
              </a:rPr>
              <a:t>parte 0 fundamentos y prerrequisitos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Programar comunicaciones de red desde cero con la librería socket. Al terminar podrás construir clientes y servidores TCP/UDP, un escáner de puertos y un cliente/servidor tipo banner grabber, entendiendo cómo se traduce la teoría TCP/IP a código. Es la base de casi cualquier herramienta ofensiva de red.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Crear clientes y servidores TCP con socket.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Implementar comunicación UDP.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Escribir un escáner de puertos con manejo de timeouts.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Realizar banner grabbing para identificar servicios.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concurrencia (hilos) para acelerar tareas de 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API de sockets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Cliente TCP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Servidor TCP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UDP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Timeouts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Escáner de puertos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Banner grabbing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Socket: extremo de comunicación identificado por IP+puerto. Clave: AFINET (IPv4) + SOCKSTREAM (TCP) o SOCKDGRAM (UDP).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connect(): inicia el handshake TCP hacia un destino. Clave: un connect exitoso implica puerto abierto (base del connect scan).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Timeout: tiempo máximo de espera de una operación. Clave: sin él, un puerto filtrado cuelga el escáner.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Banner: texto que muchos servicios envían al conectar (versión, software). Clave: revela información para fingerprinting.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Hilo (thread): flujo de ejecución concurrente. Clave: la red es I/O-bound, así que los hilos aceleran mucho el escaneo.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bind()/listen(): preparan un servidor para aceptar conexiones. Clave: base de un handler/listener.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Solo necesitas Python 3 y la stdlib (socket, threading, concurrent.futures). Trabaja en tu laboratorio aislado con Kali y una VM víctima. Ten nc (netcat) a mano para levantar servicios de prueba y comparar comportamientos.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Cliente TCP mínimo. Conéctate a un servicio de la víctima y lee su banner: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import socket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 = socket.socket(socket.AFINET, socket.SOCKSTREAM)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s.settimeout(3)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s.connect(("10.10.10.6", 22))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print(s.recv(1024).decode(errors="replace"))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s.close()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Añade a tu escáner la resolución de nombre a IP con socket.gethostbyname.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 un timeout configurable por argumento de línea de comandos.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Modifica el banner grabber para enviar HEAD / HTTP/1.0\r\n\r\n y capturar la respuesta de un servidor web.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 pequeño servidor TCP que registre cada conexión con su IP y hora.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el tiempo de escaneo de 1024 puertos en versión secuencial vs. con 100 hilos.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Maneja correctamente ConnectionRefusedError, socket.timeout y OSError.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pyscan.py, un escáner de puertos TCP multihilo que reciba un objetivo y un rango de puertos, use timeouts, haga banner grabbing de los puertos abiertos y muestre un informe ordenado (puerto → estado → banner). Debe manejar errores de red y ser notablemente más rápido que la versión secuencial.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contra tu VM víctima detecta correctamente los puertos abiertos conocidos y captura al menos un banner (p. ej. SSH), completa el escaneo de 1024 puertos en una fracción del tiempo de la versión secuencial, y no se cuelga ante puertos filtrados. Comparable con la salida de nmap.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escáner se cuelga en algunos puertos — Falta settimeout. Fija un timeout corto por socket.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OSError: Too many open files — No cierras los sockets. Usa with o close() y limita hilos.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Todos los puertos parecen "abiertos" o "cerrados" — Confundes connectex (0 = abierto) con excepciones. Revisa el código de retorno.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Banner vacío en puertos abiertos — El servicio espera que hables tú primero (HTTP). Envía una petición antes de recv.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Datos ilegibles al imprimir — Son bytes. Decodifica con errors="replace" o trabaja en hex.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mi escáner en Python es más lento que nmap? nmap está en C, usa raw sockets y técnicas avanzadas (SYN scan, temporización adaptativa). El objetivo aquí es entender el mecanismo, no superar a nmap.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¿connect scan o SYN scan en Python? Con socket haces connect scan (completa el handshake). Para SYN scan necesitas raw sockets/Scapy, que veremos en la Clase 017.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¿Hilos o asyncio? Para I/O de red ambos sirven. Los hilos son más sencillos de entender al principio; asyncio escala mejor a miles de conexiones.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escanear UDP con sockets? Sí, pero es poco fiable: la falta de respuesta no distingue "abierto" de "filtrado". Por eso el escaneo UDP es difícil incluso para nmap.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Seitz &amp; Arnold, Black Hat Python (cap. de redes).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Python socket — &lt;https://docs.python.org/3/library/socket.html&gt;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Python concurrent.futures — &lt;https://docs.python.org/3/library/concurrent.futures.html&gt;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Beej's Guide to Network Programming — &lt;https://beej.us/guide/bgnet/&gt;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