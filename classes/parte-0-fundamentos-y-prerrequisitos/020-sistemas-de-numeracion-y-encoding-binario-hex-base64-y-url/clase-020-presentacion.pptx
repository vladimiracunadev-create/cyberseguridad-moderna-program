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020 — Sistemas de numeración y encoding: binario, hex, base64 y URL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se representan y transforman los datos, base para leer volcados hex, decodificar payloads, ofuscar/desofuscar cargas y trabajar con protocolos. Al terminar distinguirás con claridad codificación de cifrado y hashing, un error conceptual muy extendido.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entre binario, decimal, octal y hexadecimal.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ASCII/Unicode y la diferencia bytes/texto.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Codificar y decodificar en Base64, hex y URL/percent.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codificación, cifrado y hashing con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payloads codificados en un contexto de seguridad.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Bases numéricas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Conversión entre bases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ASCII y Unicode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Hex dump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Base64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URL/percent encoding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Encoding vs. cifrado vs. hash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Hexadecimal: base 16 (0-9, A-F). Clave: cada dígito = 4 bits (nibble); 1 byte = 2 hex. Prefijo 0x.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ASCII/Unicode: mapeos de caracteres a números. Clave: UTF-8 codifica Unicode en bytes; distinguir carácter de byte es esencial.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Base64: representa binario con 64 caracteres imprimibles. Clave: no cifra; es reversible por cualquiera. Aumenta el tamaño ~33%.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URL/percent encoding: sustituye caracteres reservados por %XX. Clave: %20 = espacio; usado para evadir filtros y en inyecciones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Codificación: transformación reversible sin secreto. Clave: cualquiera la revierte; no aporta confidencialidad.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Hashing: función unidireccional a un valor fijo. Clave: no reversible; verifica integridad, no oculta datos recuperables.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Herramientas: xxd/hexdump, base64, python3 (base64, binascii, urllib.parse), y CyberChef (&lt;https://gchq.github.io/CyberChef/&gt;) para experimentar con cadenas de operaciones. Todo disponible en Kali o en el navegador.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Conversión de bases en Python: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 = 0xFF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print(bin(n), oct(n), n)      # binario, octal, decimal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print(int("11111111", 2), hex(255))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Hex dump de un archivo: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echo -n "admin:1234" | xxd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 cada byte con su carácter ASCII.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a mano 192 y 168 a binario y a hex; verifica con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 una cabecera HTTP Authorization: Basic ... (Base64) y explica 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si 5f4dcc3b5aa765d61d8327deb882cf99 es un hash o un encoding y de qué tipo.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payload XSS y aplícale URL encoding y HTML entity encoding; explica para qué sirve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función que detecte automáticamente si una cadena parece Base64, hex o URL-encoded.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 una cadena con doble Base64 y documenta cada capa.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decoder.py, una utilidad que reciba una cadena e intente detectar y decodificar automáticamente su capa externa (Base64, hex o percent-encoding), aplicándolo de forma recursiva hasta obtener texto legible o datos binarios. Debe informar de cada capa detectada y negarse a "decodificar" un hash, explicando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sobre una cadena con dos capas (p. ej. URL-encode de un Base64) la herramienta revela el texto original indicando ambas capas; ante un SHA-256 responde que es un hash irreversible en vez de intentar decodificarlo. Reproducible con ejemplos verificables en CyberChef.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Llamar "cifrado" a Base64 — Base64 es codificación reversible sin clave, no ofrece confidencialidad. Corrige el concepto.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Base64 no decodifica (padding) — Faltan = de relleno. Ajusta el padding o usa variantes URL-safe.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Caracteres raros al decodificar — Confundes bytes con texto. Trabaja en bytes y decodifica con la codificación correcta.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Intentar "revertir" un hash — Los hashes no se revierten; a lo sumo se comparan o se craquean por diccionario.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URL encode/decode inconsistente — + vs %20 según contexto (form vs. path). Usa la función adecuada.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¿Base64 aporta algo de seguridad? No en confidencialidad: cualquiera lo decodifica. Solo sirve para transportar binario por canales de texto. Nunca lo uses para "proteger"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los atacantes codifican payloads? Para evadir filtros, WAFs o detección por firma. Ver una cadena Base64/hex/URL en un log suele merecer decodificarla y analizarla.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¿Hashing es lo mismo que cifrado? No. El cifrado es reversible con clave (confidencialidad); el hash es unidireccional (integridad). Lo vemos a fondo en la Clase 021.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CyberChef? Una "navaja suiza" web para encadenar operaciones de codificación, cifrado y análisis. Ideal para desofuscar payloads paso a paso.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4648, Base16/Base32/Base64 Encodings — &lt;https://www.rfc-editor.org/rfc/rfc4648&gt;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3986, URI Generic Syntax — &lt;https://www.rfc-editor.org/rfc/rfc3986&gt;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CyberChef — &lt;https://gchq.github.io/CyberChef/&gt;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Unicode / UTF-8 (The Unicode Standard) — &lt;https://home.unicode.org/&gt;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