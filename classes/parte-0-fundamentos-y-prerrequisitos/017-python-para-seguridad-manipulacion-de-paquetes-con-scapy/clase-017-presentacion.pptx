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017 — Python para seguridad: manipulación de paquetes con Scapy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Construir, enviar, capturar y diseccionar paquetes de red a bajo nivel con Scapy. Al terminar podrás forjar paquetes capa por capa, implementar tu propio ping y SYN scan, esnifar tráfico y automatizar pruebas de red, uniendo todo lo aprendido sobre TCP/IP y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Forjar paquetes especificando cada capa (Ether/IP/TCP/UDP/ICMP).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Enviar y recibir paquetes con send, sr, sr1, srp.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Esnifar tráfico y aplicar filtros BPF.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un SYN scan y un descubrimiento de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Diseccionar respuestas para inferir estado y servicios.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capas en Scapy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Construcción de paquetes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Envío y recepción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Sniffing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Filtros BPF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SYN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ARP/ICMP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Scapy: librería Python para forjar/capturar paquetes. Clave: IP()/TCP() apila capas con el operador 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sr1(): envía un paquete y devuelve la primera respuesta. Clave: ideal para sondas puntuales (ping, un puerto).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srp(): como sr pero a nivel de capa 2 (Ethernet). Clave: necesario para ARP.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Filtro BPF: sintaxis de filtrado en captura (tcp port 80). Clave: evita procesar tráfico irrelevante.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con Scapy: enviar un SYN y clasificar según la respuesta (SYN-ACK=abierto, RST=cerrado). Clave: implementa a mano lo visto en la Clase 011.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Raw sockets: acceso de bajo nivel que Scapy usa por debajo. Clave: requiere privilegios de root.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Scapy en tu entorno virtual de Kali: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scapy    # o: sudo apt install python3-scapy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scapy           # consola interactiva (necesita root para enviar)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siempre en la red interna del laboratorio. Ten Wireshark abierto en paralelo para verificar que tus paquetes forjados salen como esperas.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Forjar y ver un paquete: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scapy.all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pkt = IP(dst="10.10.10.6")/ICMP()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pkt.show()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Ping propio con sr1: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 = sr1(IP(dst="10.10.10.6")/ICMP(), timeout=2, verbose=0)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print("Vivo" if resp else "Sin respuesta")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ping para ajustar el TTL y observa el efecto con traceroute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escáner que recorra una lista de puertos con SYN scan y clasifique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descubrimiento de hosts combinando ICMP y ARP.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20 paquetes y extrae con Scapy las IPs origen únicas.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 un paquete UDP a un puerto DNS y analiza la respuesta ICMP si está cerrado.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el envío del RST tras un SYN-ACK para no dejar conexiones colgadas.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scapyscan.py, un escáner SYN con Scapy que reciba un objetivo y una lista de puertos, clasifique cada puerto como abierto/cerrado/filtrado según la respuesta, cierre con RST los que respondan SYN-ACK, y muestre un informe. Verifica con Wireshark que los paquetes salen correctos.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clasificador coincide con nmap -sS sobre los mismos puertos de tu VM víctima (abierto/cerrado/filtrado), y en Wireshark se observa el patrón SYN → SYN-ACK → RST para los puertos abiertos. Ejecuta con privilegios y sin dejar conexiones a medias.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PermissionError / no envía nada — Scapy necesita root para raw sockets. Ejecuta con sudo.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Interfaz equivocada — Scapy usa la ruta por defecto. Especifica iface= si hace falta.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sr1 devuelve None siempre — Timeout corto o host filtrado. Sube el timeout y verifica conectividad.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paquetes no aparecen en Wireshark — Filtras mal o miras otra interfaz. Ajusta el filtro y la NIC.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SYN scan deja conexiones a medias — No enviaste el RST. Cierra tú la conexión tras el SYN-ACK.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¿Para qué usar Scapy si existe nmap? Scapy da control total del paquete: puedes forjar cabeceras arbitrarias, probar comportamientos anómalos y construir herramientas a medida que nmap no cubre. Es didáctico y flexible.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necesita root? Enviar paquetes forjados requiere raw sockets, una operación privilegiada. Por eso también es una capacidad potente que debe usarse con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¿Scapy sirve para defensa? Sí: prototipar detecciones, generar tráfico de prueba para un IDS, o analizar capturas. No es solo ofensivo.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hacer sniffing sin promiscuo? Verás tu propio tráfico, pero para capturar el de otros hosts en una LAN conmutada necesitarías port mirroring o MITM (y autorización). Recuerda el marco legal.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Scapy Documentation — &lt;https://scapy.readthedocs.io/&gt;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Seitz &amp; Arnold, Black Hat Python (cap. de Scapy).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BPF filter syntax — &lt;https://biot.com/capstats/bpf.html&gt;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vs. Scapy (comparativa didáctica) — &lt;https://nmap.org/book/&gt;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