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234 — Logging y detección en la nube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la capa de visibilidad que hace posible detectar y, más tarde, responder a incidentes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nube. El alumno aprenderá qué logs existen (plano de gestión, red, datos), cómo centralizarlos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 inmutable, y cómo escribir detecciones basadas en amenazas reales mapeadas a MITRE ATT&amp;CK for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(creación anómala de claves, deshabilitar logging, exfiltración, etc.).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fuentes de log clave en cada nube y qué registran.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Centralizar logs de forma inmutable y con retención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para técnicas de MITRE ATT&amp;CK for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los logs con un SIEM (Sentinel, Security Lake, Chronicle).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puntos ciegos (logging deshabilitado, regiones sin cobertura).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log: gestión, red,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CloudTrail / Activity Log / Cloud Audit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Flow logs y logs de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Centralización inmutable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Detecciones y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SIEM en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ciegos comunes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del plano de gestión: registra llamadas a la API (CloudTrail, Activity Log, Cloud Audit Logs). Clave: la fuente forense número uno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logs: metadatos de conexiones de red. Clave: detectan movimiento lateral y exfiltración.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events: acceso a datos (p. ej. GetObject de S3). Clave: costosos pero clave para detectar exfiltración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inmutable: almacenamiento append-only, protegido contra borrado. Clave: preserva la evidencia frente a un atacante con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regla que convierte patrones de log en alerta. Clave: debe mapearse a técnicas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de correlación y alerta (Sentinel, Security Lake+OpenSearch, Chronicle). Clave: une múltiples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ciego: actividad sin registro. Clave: regiones o cuentas sin logging son terreno libre para el atacante.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Logging del proveedor activado: CloudTrail (multi-región), VPC Flow Logs, Azure Monitor/Activity Log, Google Cloud Audit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destino centralizado (bucket dedicado + SIEM); Sigma para escribir reglas portables.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Athena/Log Analytics/BigQuery para consultar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 lookup-events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--lookup-attributes AttributeKey=EventName,AttributeValue=CreateAccessKey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gcloud logging read 'protoPayload.authenticationInfo.principalEmail="user@dom.com"' --limit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el logging del plano de gestión está activo multi-región y que su bucket/almacén es inmutable (object lock / retención).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en tu cuenta de laboratorio (crea una clave de acceso, abre un security group, sube un objeto) para producir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consultas para detectar: (a) creación de claves de acceso IAM, (b) intento de deshabilitar CloudTrail/logging, (c) PutBucketPolicy que abre un bucket.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esas detecciones a reglas Sigma y mapéalas a técnicas de MITRE ATT&amp;CK for Cloud (Defense Evasion: Impair Defenses; Persistence: Create Account/Access Key).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los logs en un SIEM (Sentinel/Security Lake/Chronicle) y crea una alerta que dispare al deshabilitar el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punto ciego: crea un recurso en una región sin logging y comprueba que no aparece; corrige activando cobertura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latencia entre la acción y la alerta, y ajusta la retención según requisitos de cumplimiento.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que alerte cuando se deshabilita el logging del plano de 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pico anómalo de GetObject (posible exfiltración) usando data events.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Sigma para el uso de credenciales desde una geolocalización inusual.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centralización de logs multi-cuenta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Flow Logs para identificar una conexión saliente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política de retención de logs para un requisito de 1 año.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 capa de visibilidad de una cuenta de laboratorio y demuestra una detección de extremo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extremo: una acción maliciosa simulada genera un evento que dispara una alerta en 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logging del plano de gestión está activo multi-región y en almacén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inmutable; al ejecutar la acción simulada (p. ej. crear una clave de acceso o intentar deshabilitar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logging) se genera una alerta trazable en el SIEM, con la técnica ATT&amp;CK asociada documentada.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logs de una región — CloudTrail no multi-región; actívalo globalmente.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 borró los logs — Bucket sin inmutabilidad; aplica object lock y cuenta de logging separada.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por todo (ruido) — Reglas sin afinar; ajusta umbrales y usa listas de excepción 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registran accesos a datos — Data events desactivados por coste; actívalos en buckets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llegan tarde — Latencia de entrega/consulta; usa entrega casi en tiempo real y consultas eficientes.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log activo primero si solo puedo activar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del plano de gestión (CloudTrail / Activity Log / Cloud Audit Logs). Registra el "quién hizo qué" a nivel de API y es la fuente más valiosa tanto para detección como para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guardar los logs en una cuenta separada e inmutable?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atacante con acceso a la cuenta intentará borrar los rastros. Enviar los logs a una cuenta de logging aparte, append-only y con retención, preserva la evidencia aunque la cuenta original se comprometa.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data events valen la pena si cuestan más?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recursos críticos (buckets con datos sensibles) sí: son la única forma de detectar exfiltración de datos a nivel de objeto. Actívalos selectivamente donde el riesgo lo justifique, no en todo.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 docs. &lt;https://docs.aws.amazon.com/awscloudtrail/latest/userguide/&gt;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Cloud (Impair Defenses, Exfiltration). &lt;https://attack.mitre.org/matrices/enterprise/cloud/&gt;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Monitor &amp; Activity Log. &lt;https://learn.microsoft.com/azure/azure-monitor/&gt;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Audit Logs. &lt;https://cloud.google.com/logging/docs/audit&gt;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— Generic signature format. &lt;https://github.com/SigmaHQ/sigma&gt;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