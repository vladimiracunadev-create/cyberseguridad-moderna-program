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230 — Seguridad de Infrastructure as Code (Terraform)</a:t>
            </a:r>
          </a:p>
          <a:p>
            <a:r>
              <a:rPr sz="1600">
                <a:solidFill>
                  <a:srgbClr val="2E8B57"/>
                </a:solidFill>
              </a:rPr>
              <a:t>parte 10 seguridad en la nube y contenedores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seguridad al código que define la infraestructura. El alumno aprenderá a escanear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configuraciones Terraform en busca de misconfiguraciones (tfsec/Checkov), a proteger el estado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(state) que contiene datos sensibles, a evitar secretos en el código y a integrar estos controles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el pipeline para detectar problemas antes de desplegar.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Escanear código Terraform con tfsec y Checkov e interpretar hallazgos.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Proteger el state remoto (cifrado, bloqueo, acceso restringido).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Evitar secretos en el código y en el state mediante gestores de secretos.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Integrar validación de seguridad IaC en un pipeline CI (plan + escaneo + policy).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policy-as-code para bloquear despliegues inseguros.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IaC y drift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Escaneo estático (tfsec/Checkov)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Gestión del state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Secretos en Terraform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Módulos y proveedores confiables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Policy-as-code (OPA/Sentinel)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IaC en el pipeline CI/CD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Infrastructure as Code (IaC): definir infraestructura en archivos versionados. Clave: auditable y reproducible, pero un error se replica a escala.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Terraform state: archivo con el mapeo entre código y recursos reales. Clave: puede contener secretos en texto plano; protégelo.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Drift: divergencia entre el código y la infraestructura real. Clave: terraform plan lo detecta.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tfsec / Checkov: escáneres estáticos de IaC. Clave: encuentran buckets públicos, SG abiertos, cifrado ausente.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Policy-as-code: reglas (OPA/Rego, Sentinel) que aprueban o bloquean planes. Clave: impide desplegar lo no conforme.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Backend remoto: almacenamiento del state (S3+DynamoDB, GCS, Terraform Cloud). Clave: habilita cifrado y bloqueo concurrente.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Módulo: paquete reutilizable de Terraform. Clave: verifica origen y versión para la cadena de suministro.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Terraform instalado y un proveedor de laboratorio configurado.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tfsec, Checkov y terrascan para escaneo estático.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OPA/Conftest para policy-as-code.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tfsec 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checkov -d 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terraform plan -out plan.tfplan &amp;&amp; terraform show -json plan.tfplan &gt; plan.json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conftest test plan.json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módulo Terraform inseguro: un bucket con acl = "public-read", un security group con 0.0.0.0/0 en el puerto 22 y un recurso sin cifrado.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tfsec . y checkov -d .; anota los identificadores de cada hallazgo y su severidad.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Corrige el código: bloquea acceso público, restringe el SG a un rango, activa cifrado en reposo. Reejecuta los escáneres hasta 0 hallazgos altos.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un backend remoto cifrado con bloqueo (por ejemplo S3 + DynamoDB) y verifica que el state ya no queda en local sin protección.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Elimina cualquier secreto del código; inyéctalo desde variables de entorno o un gestor de secretos y comprueba que no aparece en el .tf.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política OPA/Conftest que rechace planes con recursos sin cifrado o con acceso público, e intégrala tras terraform plan.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Simula el pipeline: fmt → validate → tfsec/checkov → plan → conftest → (aprobación) → apply. Falla el pipeline si el escaneo encuentra un hallazgo crítico.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Corrige un hallazgo concreto de tfsec y documenta la regla que lo detectó.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Migra un state local a un backend remoto cifrado con bloqueo.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política Rego que exija etiquetas obligatorias en todos los recursos.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drift introduciendo un cambio manual y ejecutando terraform plan.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Fija (pin) la versión de un módulo y de un proveedor y explica por qué.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 el escaneo IaC como paso obligatorio en un workflow de CI.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un repositorio Terraform con misconfiguraciones y déjalo "verde": sin hallazgos críticos 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tfsec/Checkov, con state remoto cifrado y bloqueado, sin secretos en el código, y con una policy OPA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bloquea recursos inseguros en el pipeline.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tfsec y checkov reportan 0 hallazgos críticos/altos, conftest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rechaza un plan que reintroduzca un bucket público, y no hay ningún secreto en texto plano en los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.tf ni en el backend.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Secreto visible en terraform.tfstate — El recurso guardó el valor en el state; usa un gestor de secretos y cifra el backend.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tfsec pasa pero el recurso sigue inseguro — Regla suprimida con #tfsec:ignore; revisa las supresiones injustificadas.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Error acquiring the state lock — Otro apply en curso o lock huérfano; espera o libera con force-unlock con cuidado.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Drift no detectado — Cambios fuera de Terraform; ejecuta plan periódicamente y usa detección de drift.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Módulo malicioso o desactualizado — Origen no verificado; fija versión y usa fuentes confiables.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el state de Terraform es sensible?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puede contener valores en texto plano (contraseñas de bases de datos, claves) y el mapa completo de tu infraestructura. Debe cifrarse en reposo, tener acceso restringido y bloqueo para evitar corrupción.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¿tfsec o Checkov?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Ambos son buenos; suelen usarse juntos porque sus reglas no coinciden al 100%. Checkov cubre más frameworks (Terraform, CloudFormation, Kubernetes) y tfsec es muy rápido para Terraform. Ejecuta los dos en CI.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escaneo estático reemplaza al CSPM?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El escaneo IaC detecta problemas antes de desplegar (shift-left); el CSPM (clase 231) evalúa lo ya desplegado en tiempo de ejecución, incluyendo cambios hechos fuera de Terraform. Se complementan.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Terraform docs — Backends y state. &lt;https://developer.hashicorp.com/terraform/language/state&gt;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tfsec. &lt;https://github.com/aquasecurity/tfsec&gt;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Checkov. &lt;https://www.checkov.io/&gt;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Open Policy Agent / Conftest. &lt;https://www.openpolicyagent.org/&gt;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Infrastructure as Code Security Cheat Sheet. &lt;https://cheatsheetseries.owasp.org/cheatsheets/InfrastructureasCodeSecurityCheatSheet.html&gt;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