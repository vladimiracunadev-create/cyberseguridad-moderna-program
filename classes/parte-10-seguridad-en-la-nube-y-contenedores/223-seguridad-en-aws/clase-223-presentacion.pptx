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223 — Seguridad en AWS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Endurecer una cuenta de AWS aplicando los controles nativos clave: segmentación de red con VPC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groups, protección de datos con cifrado y KMS, aislamiento de almacenamiento S3, y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servicios de seguridad gestionados (GuardDuty, Security Hub, Config). Al terminar, el alumno podrá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llevar una cuenta desde su estado por defecto hasta una postura alineada con el CIS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VPC segura con subredes públicas/privadas, security groups y NACLs.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Bloquear el acceso público a S3 y aplicar cifrado en reposo con KMS.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Habilitar GuardDuty, Security Hub y Config para detección y postura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VPC Flow Logs y CloudTrail multi-región para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los hallazgos del CIS AWS Benchmark en una cuenta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VPC, subredes y security groups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S3: block public access y políticas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Cifrado en reposo y KMS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GuardDuty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Security Hub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AWS Config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CloudTrail y Flow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VPC: red virtual aislada dentro de AWS. Clave: subredes privadas sin ruta a Internet reducen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Group: firewall stateful a nivel de instancia. Clave: solo permite (allow); denegar es no incluir la regla.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NACL: firewall stateless a nivel de subred. Clave: permite reglas deny explícitas, complementa a los SG.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S3 Block Public Access: interruptor de cuenta/bucket que anula ACLs y políticas públicas. Clave: actívalo a nivel de cuenta.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KMS: servicio de gestión de claves. Clave: separa quién administra la clave de quién la usa; auditable vía CloudTrail.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GuardDuty: detección de amenazas que analiza CloudTrail, DNS y Flow Logs. Clave: sin agentes, se activa con un clic.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Hub: agrega hallazgos y ejecuta el CIS/AWS FSBP benchmark. Clave: panel único de postura.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 aws configurada con un perfil de laboratorio y MFA.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para el CIS AWS Benchmark: pip install prowler.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de laboratorio dedicada; no uses la cuenta de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s3control get-public-access-block --account-id 123456789012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guardduty create-detector --enable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VPC con una subred pública (con Internet Gateway) y una privada (sin ruta directa a Internet).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una instancia en la subred privada y comprueba que no es accesible desde Internet; da acceso solo vía un bastión o SSM Session Manager.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bucket S3, sube un objeto y verifica que Block Public Access está activo a nivel de cuenta y bucket. Intenta hacerlo público y confirma que se bloquea.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 cifrado por defecto con una clave KMS gestionada por ti y revisa la política de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CloudTrail multi-región con un bucket dedicado y cifrado, y VPC Flow Logs hacia CloudWatch.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 GuardDuty, Config (con reglas gestionadas) y Security Hub con el estándar CIS.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prowler aws --compliance cis2.0aws y compara los hallazgos con lo que muestra Security Hub. Corrige al menos tres hallazgos de severidad alta y vuelve a ejecutar.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de security group que permita SSH solo desde tu IP y HTTPS desde cualquier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política de bucket que exija cifrado en las peticiones PutObject.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una regla de Config que marque como no conforme cualquier volumen EBS sin cifrar.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hallazgo de GuardDuty de tipo UnauthorizedAccess:IAMUser/InstanceCredentialExfiltration.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arquitectura de cuentas con una cuenta de logging centralizado.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el acceso a instancias vía SSM en lugar de SSH y explica la ventaja de seguridad.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una cuenta de laboratorio "recién creada" y llévala a una postura base: sin buckets públicos,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CloudTrail multi-región activo, GuardDuty y Security Hub habilitados, y cifrado por defecto en S3 y EBS.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una ejecución de prowler aws --compliance cis2.0aws muestra 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críticos/altos en las secciones de S3, logging y cifrado, y Security Hub reporta esos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controles como PASSED.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Bucket "public" pese a política privada — ACL heredada o BPA desactivado; activa Block Public Access a nivel de cuenta.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SG "no funciona" al denegar un puerto — Los SG solo permiten; para deny explícito usa NACL a nivel de subred.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GuardDuty sin hallazgos aunque hay actividad — Solo cubre la región activada; habilítalo en todas las regiones usadas.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CloudTrail sin registros históricos — Solo captura desde su creación; créalo antes de necesitarlo, multi-región.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AccessDenied al usar una clave KMS — Falta permiso en la política de la clave; añade el principal a kms:Decrypt.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¿Security Group o NACL?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ambos. El SG es stateful y va en la instancia (control fino); el NACL es stateless, va en la subred y sirve para bloqueos amplios (deny) que el SG no puede expresar.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¿GuardDuty reemplaza a un SIEM?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GuardDuty detecta amenazas conocidas a partir de los logs de AWS; un SIEM correlaciona múltiples fuentes. Lo habitual es enviar los hallazgos de GuardDuty al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usar claves gestionadas por AWS o por el cliente (CMK)?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control de auditoría, rotación y separación de deberes, usa claves gestionadas por el cliente (CMK). Las gestionadas por AWS son cómodas pero dan menos control sobre la política.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Well-Architected — Security Pillar. &lt;https://docs.aws.amazon.com/wellarchitected/latest/security-pillar/welcome.html&gt;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Amazon Web Services Foundations Benchmark. &lt;https://www.cisecurity.org/benchmark/amazonwebservices&gt;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Amazon S3 — Blocking public access. &lt;https://docs.aws.amazon.com/AmazonS3/latest/userguide/access-control-block-public-access.html&gt;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Amazon GuardDuty docs. &lt;https://docs.aws.amazon.com/guardduty/&gt;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Prowler. &lt;https://github.com/prowler-cloud/prowler&gt;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