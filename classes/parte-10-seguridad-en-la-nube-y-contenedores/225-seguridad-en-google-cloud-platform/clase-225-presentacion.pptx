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225 — Seguridad en Google Cloud Platform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Asegurar un proyecto de Google Cloud aplicando su jerarquía de recursos (organización, carpetas,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proyectos), IAM basado en roles y service accounts, VPC y firewall, y los servicios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(Security Command Center, VPC Service Controls). Al terminar, el alumno sabrá endurecer un proyecto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GCP conforme al CIS GCP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la jerarquía de recursos y heredar políticas desde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Gestionar IAM con roles predefinidos y service accounts sin claves estáticas.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VPC, reglas de firewall y Private Google Access.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Habilitar Security Command Center e interpretar sus hallazgos.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Organization Policies para prevenir configuraciones inseguras.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Jerarquía: organización, carpetas, proyectos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IAM y service accounts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Organization Policies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VPC y reglas de firewall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Security Command Center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Cloud KMS y CMEK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VPC Service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Jerarquía de recursos: organización → carpetas → proyectos → recursos. Clave: las políticas IAM se heredan hacia 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 account: identidad para cargas y automatización. Clave: evita claves descargables; usa Workload Identity.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Rol predefinido: conjunto curado de permisos (viewer, editor, custom). Clave: evita el rol Owner salvo necesidad.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Organization Policy: restricción declarativa a nivel de organización/carpeta. Clave: bloquea, por ejemplo, IPs públicas en VMs.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de VPC: reglas allow/deny por prioridad y etiquetas. Clave: implícitamente deniega entrante y permite saliente.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Command Center (SCC): panel central de postura y amenazas. Clave: detecta misconfiguraciones y actividad sospechosa.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VPC Service Controls: perímetro de servicio que impide exfiltración. Clave: protege APIs gestionadas como Cloud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 gcloud autenticada en un proyecto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ScoutSuite con proveedor gcp y Prowler (prowler gcp).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las APIs necesarias antes de empezar (gcloud services enable).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gcloud projects get-iam-policy my-lab-project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gcloud iam service-accounts 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gcloud iam service-accounts keys list --iam-account SAEMAIL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proyecto de laboratorio dentro de una carpeta y aplica un rol Viewer a un usuario a nivel de carpeta; verifica la herencia hacia el proyecto.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una service account para una carga y asígnale solo el rol mínimo. No descargues una clave JSON; usa Workload Identity o impersonación.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una Organization Policy que impida VMs con IP externa (constraints/compute.vmExternalIpAccess). Intenta crear una VM pública y confirma el bloqueo.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una VPC con una regla de firewall que permita solo SSH desde un rango concreto vía IAP; deja el resto denegado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Habilita Security Command Center (tier Standard) y revisa hallazgos de tipo Public Bucket o Open Firewall.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Cifra un bucket con CMEK usando una clave de Cloud KMS y revisa la política de la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prowler gcp --compliance cis2.0gcp y corrige tres hallazgos de severidad alta; vuelve a ejecutar para verificar.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jerarquía de carpetas para separar producción, staging y sandbox.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rol personalizado que permita leer objetos de un bucket pero no listarlos.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Organization Policy que restrinja las regiones donde se pueden crear recursos.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Private Google Access para que una VM sin IP pública acceda a APIs de Google.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 un hallazgo de SCC de tipo PUBLICBUCKETACL.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perímetro de VPC Service Controls alrededor de Cloud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Endurece un proyecto de laboratorio: sin service account keys descargables, Organization Policy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prohíbe IPs externas, SCC habilitado, y al menos un bucket cifrado con CMEK.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crear una VM con IP externa es bloqueado por la policy, no existen claves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service account activas, y prowler gcp reporta como PASS los controles de IAM y de exposición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pública que fallaban al inicio.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Permission denied pese a rol asignado — Rol asignado en el ámbito equivocado; recuerda la herencia jerárquica.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Service account key filtrada en un repo — Se descargó una clave JSON; revócala y migra a Workload Identity.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sigue creándose con IP pública — Organization Policy en modo audit o no propagada; verifica el constraint y el ámbito.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Firewall "no bloquea" tráfico — La VPC permite saliente por defecto; añade reglas deny explícitas si hace falta.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SCC sin hallazgos — Tier Standard limitado; para detección avanzada activa Premium/Enterprise.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evitar las claves JSON de service account?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Son secretos de larga duración que suelen terminar en repositorios o discos. Workload Identity y la impersonación proveen credenciales temporales sin archivo que filtrar.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¿Organization Policy o IAM?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complementan: IAM decide quién puede hacer qué; Organization Policy define qué está permitido en absoluto (guardarraíles), independientemente de los permisos IAM.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protege VPC Service Controls que IAM 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IAM controla el acceso por identidad; VPC Service Controls crea un perímetro que impide que datos salgan a proyectos o redes fuera del perímetro aunque haya credenciales válidas, mitigando exfiltración.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Security Foundations Guide. &lt;https://cloud.google.com/architecture/security-foundations&gt;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Google Cloud IAM docs. &lt;https://cloud.google.com/iam/docs&gt;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Security Command Center. &lt;https://cloud.google.com/security-command-center/docs&gt;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Organization Policy Service. &lt;https://cloud.google.com/resource-manager/docs/organization-policy/overview&gt;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 Google Cloud Platform Foundation Benchmark. &lt;https://www.cisecurity.org/benchmark/googlecloudcomputingplatform&gt;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