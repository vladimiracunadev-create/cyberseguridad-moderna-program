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226 — Ataques y pentest en entornos cloud</a:t>
            </a:r>
          </a:p>
          <a:p>
            <a:r>
              <a:rPr sz="1600">
                <a:solidFill>
                  <a:srgbClr val="2E8B57"/>
                </a:solidFill>
              </a:rPr>
              <a:t>parte 10 seguridad en la nube y contenedores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la metodología de pentest en la nube: reconocimiento, enumeración de recursos e IAM,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explotación de misconfiguraciones (credenciales expuestas, buckets, metadatos, roles), escalada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privilegios, movimiento lateral y persistencia, todo mapeado a MITRE ATT&amp;CK for Cloud.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recursos y permisos de una cuenta a partir de credenciales de acceso limitado.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el servicio de metadatos de instancia (IMDS) para robar credenciales de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Escalar privilegios aprovechando permisos IAM peligrosos.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persistencia y movimiento lateral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Mapear cada técnica a una táctica de MITRE ATT&amp;CK for Cloud.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Reconocimiento externo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Credenciales filtradas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IAM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Abuso de metadatos (IMDS/SSRF)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Escalada de privilegios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Movimiento lateral y persistencia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Mapeo a MITRE ATT&amp;CK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IMDS (Instance Metadata Service): endpoint local 169.254.169.254 que entrega credenciales del rol de la instancia. Clave: IMDSv2 con tokens mitiga el abuso por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SSRF hacia metadatos: forzar a la app a pedir el endpoint de metadatos. Clave: clásico vector para robar credenciales en la nube.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IAM: listar permisos propios con iam:SimulatePrincipalPolicy o fuerza bruta de APIs. Clave: define el mapa de ataque.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crear usuarios/claves/roles ocultos o backdoors en funciones. Clave: sobrevive a la rotación de la credencial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Pacu: framework de explotación AWS con módulos de enum y escalada. Clave: automatiza tácticas comunes en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CloudGoat/CloudFoxable: entornos vulnerables intencionados para practicar. Clave: seguros y legales para entrenar.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for Cloud: matriz de tácticas/técnicas específicas de nube. Clave: estandariza el reporte.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Pacu, ScoutSuite, PMapper, enumerate-iam, y las CLIs oficiales.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CloudGoat (Rhino Security Labs) para desplegar escenarios vulnerables en TU cuenta de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entorno aislado y presupuesto controlado (los recursos cuestan dinero).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python3 cloudgoat.py create iamprivescbyrollback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enumerate-iam --access-key AKIA... --secret-key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Despliega el escenario iamprivescbyrollback de CloudGoat; recibirás credenciales de acceso limitado.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Reconocimiento IAM: con enumerate-iam y aws iam get-user, mapea qué permisos tienes.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permiso peligroso (p. ej. iam:CreatePolicyVersion con --set-as-default) que permite reescribir una política.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Escala: crea una nueva versión de una política adjunta a tu usuario que conceda : y márcala por defecto; verifica que ahora eres admin.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con el escenario ec2ssrf: explota una app con SSRF para leer http://169.254.169.254/latest/meta-data/iam/security-credentials/ y roba las credenciales del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esas credenciales para enumerar y acceder a un bucket S3 (movimiento lateral).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Mapea cada paso a MITRE ATT&amp;CK for Cloud (Initial Access, Discovery, Privilege Escalation, Lateral Movement).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todos los roles asumibles desde una identidad dada con PMapper.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IMDSv2 mitiga el robo de credenciales por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 sección de "escalada de privilegios" de un informe de pentest con evidencias.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tres técnicas de persistencia en AWS y su detección en CloudTrail.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otro escenario de CloudGoat y documenta el kill chain.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regla de detección para la creación anómala de claves de acceso IAM.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de principio a fin un escenario de CloudGoat que empiece con acceso limitado y termine 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administrador, documentando el camino y luego aplicando las remediaciones que lo cierren.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informe incluye cada paso con el comando usado, la técnica ATT&amp;CK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correspondiente y la evidencia; tras aplicar las remediaciones, reejecutar el ataque falla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punto de escalada.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AccessDenied al enumerar — Permisos realmente mínimos; prueba rutas indirectas (assume-role, passrole).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Metadatos devuelven 401 — IMDSv2 activo; necesitas un token PUT primero, o el ataque está mitigado.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Recursos de CloudGoat siguen facturando — Olvidaste cloudgoat destroy; destrúyelos siempre al terminar.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proveedor bloquea el escaneo — Actividad marcada como abuso; respeta la política de pentest del proveedor.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hay evidencia para el informe — No se registró la salida; captura comandos y respuestas desde el inicio.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permiso del proveedor para hacer pentest en la nube?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Depende. Muchas pruebas a tus propios recursos están permitidas sin aviso previo, pero ciertas actividades (p. ej. stress/DoS) requieren autorización. Revisa siempre la política de pruebas del proveedor y ten permiso escrito del dueño de la cuenta.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el robo de credenciales de instancia es tan crítico?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el rol de la instancia suele tener permisos amplios; con esas credenciales el atacante actúa como el servicio legítimo, sin contraseña que romper. Por eso IMDSv2 y roles mínimos son clave.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¿CloudGoat es seguro para practicar?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Sí, despliega recursos vulnerables en tu propia cuenta de forma intencionada y reproducible. Aun así, aíslalos y destrúyelos al terminar para evitar exposición y coste.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— Cloud Matrix (IaaS). &lt;https://attack.mitre.org/matrices/enterprise/cloud/&gt;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CloudGoat (Rhino Security Labs). &lt;https://github.com/RhinoSecurityLabs/cloudgoat&gt;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Pacu — AWS exploitation framework. &lt;https://github.com/RhinoSecurityLabs/pacu&gt;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AWS — Use IMDSv2. &lt;https://docs.aws.amazon.com/AWSEC2/latest/UserGuide/configuring-instance-metadata-service.html&gt;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Rhino Security Labs — AWS privilege escalation. &lt;https://rhinosecuritylabs.com/aws/aws-privilege-escalation-methods-mitigation/&gt;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