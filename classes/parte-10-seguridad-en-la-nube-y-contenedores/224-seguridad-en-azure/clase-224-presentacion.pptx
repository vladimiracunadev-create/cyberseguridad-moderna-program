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224 — Seguridad en Azure</a:t>
            </a:r>
          </a:p>
          <a:p>
            <a:r>
              <a:rPr sz="1600">
                <a:solidFill>
                  <a:srgbClr val="2E8B57"/>
                </a:solidFill>
              </a:rPr>
              <a:t>parte 10 seguridad en la nube y contenedores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Asegurar una suscripción de Azure aplicando su modelo de identidad (Microsoft Entra ID), control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acceso (RBAC), gobierno (Azure Policy y Management Groups), red (NSG, Firewall) y los servicios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seguridad gestionados (Defender for Cloud, Sentinel). Al terminar, el alumno sabrá endurecer una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suscripción según el Microsoft Cloud Security Benchmark.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Modelar identidades y accesos con Entra ID y Azure RBAC.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gobierno con Azure Policy y jerarquía de Management Groups.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Segmentar red con NSG, subredes y Azure Firewall.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Interpretar el Secure Score y las recomendaciones de Defender for Cloud.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Proteger secretos y claves con Azure Key Vault.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Entra ID (antes Azure AD)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Azure RBAC y roles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Management Groups y Azure Policy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Network Security Groups y Firewall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Defender for Cloud y Secure Score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Key Vault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Microsoft Sentinel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Microsoft Entra ID: servicio de identidad de Azure. Clave: MFA y Conditional Access son la primera línea de defensa.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Azure RBAC: asignación de roles (Owner, Contributor, Reader…) por ámbito. Clave: el ámbito puede ser suscripción, grupo de recursos o recurso.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Management Group: contenedor jerárquico de suscripciones. Clave: permite aplicar policy heredada a toda la organización.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Azure Policy: reglas que auditan o fuerzan configuraciones. Clave: efecto Deny bloquea despliegues no conformes.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NSG: firewall stateful sobre subred o NIC. Clave: reglas por prioridad; la más baja gana.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Defender for Cloud: CSPM + protección de cargas. Clave: el Secure Score cuantifica la postura.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Key Vault: almacén gestionado de secretos y claves. Clave: acceso vía RBAC/policy y auditado.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CLI az autenticada en una suscripción de laboratorio.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ScoutSuite con el proveedor azure para auditoría.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Prowler también soporta Azure (prowler azure).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az role assignment list --all -o table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az security pricing list -o table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 un grupo de recursos de laboratorio y asigna a un usuario el rol Reader solo en ese ámbito; verifica que no puede crear recursos.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Habilita MFA y una política de Conditional Access que exija MFA para roles administrativos.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Define un Management Group y aplica una Azure Policy que deniegue la creación de cuentas de almacenamiento con acceso público. Intenta crear una y confirma el Deny.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 una VNet con dos subredes y un NSG que permita solo HTTPS entrante; asocia el NSG a la subred.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Habilita Defender for Cloud en la suscripción, revisa el Secure Score y aplica tres recomendaciones prioritarias.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 un Key Vault, guarda un secreto y concede acceso a una identidad administrada (managed identity) en vez de credenciales estáticas.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scout azure o prowler azure --compliance cis2.0azure y corrige los hallazgos altos de red y almacenamiento.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Asigna un rol personalizado que permita solo iniciar/detener VMs, sin borrarlas.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una Azure Policy que exija etiquetas obligatorias en todos los recursos.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 un NSG con reglas por prioridad y explica cuál gana ante un conflicto.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Integra una managed identity para que una VM lea un secreto de Key Vault sin credenciales.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Conecta Defender for Cloud a Microsoft Sentinel y crea una regla de detección.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Interpreta una recomendación de Secure Score y estima su impacto en la puntuación.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Endurece una suscripción de laboratorio: MFA obligatorio para admins, una Azure Policy de Deny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sobre almacenamiento público aplicada por Management Group, Defender for Cloud activo y un Key Vault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 acceso solo por managed identity.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intentar crear una cuenta de almacenamiento pública es bloqueado por la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policy, el Secure Score sube respecto al estado inicial, y prowler azure reporta como PASS los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controles de MFA y almacenamiento.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Rol asignado pero sin permisos esperados — Ámbito equivocado; verifica si se asignó a recurso, grupo o suscripción.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Policy no bloquea despliegues — Efecto en Audit en vez de Deny; cambia el efecto y reasigna.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NSG "no aplica" a una VM — Regla de menor prioridad la anula, o el NSG está en la subred equivocada.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Secreto en el código de la app — No se usó Key Vault + managed identity; migra y rota el secreto.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Secure Score estancado — Recomendaciones marcadas como exentas; revisa exenciones y aplica los controles.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¿Cuál es la diferencia entre roles de Entra ID y roles de Azure RBAC?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Los roles de Entra ID gobiernan el directorio (usuarios, grupos, apps); los de Azure RBAC gobiernan recursos (VMs, storage). Un Global Admin de Entra no es automáticamente Owner de recursos.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¿Defender for Cloud tiene coste?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nivel CSPM básico es gratuito; los planes de protección de cargas (servidores, contenedores, bases de datos) se facturan por recurso. Actívalos según el riesgo.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¿Managed identity o service principal con secreto?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Managed identity siempre que sea posible: Azure gestiona y rota las credenciales automáticamente, sin secretos que se filtren.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Microsoft Cloud Security Benchmark. &lt;https://learn.microsoft.com/security/benchmark/azure/&gt;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Microsoft Defender for Cloud docs. &lt;https://learn.microsoft.com/azure/defender-for-cloud/&gt;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Azure RBAC docs. &lt;https://learn.microsoft.com/azure/role-based-access-control/&gt;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Azure Key Vault best practices. &lt;https://learn.microsoft.com/azure/key-vault/general/best-practices&gt;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CIS Microsoft Azure Foundations Benchmark. &lt;https://www.cisecurity.org/benchmark/azure&gt;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