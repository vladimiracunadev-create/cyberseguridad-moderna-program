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229 — Kubernetes: hardening y ataques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Endurecer un clúster Kubernetes según el CIS Benchmark y, a la vez, reproducir los ataques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comunes para entender por qué cada control importa: pods privilegiados y escape al nodo, abuso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tokens de ServiceAccount, escalada por RBAC, y acceso a kubelet/etcd. El alumno usará kube-bench,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Security Admission y NetworkPolicies para cerrar esas vías.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clúster con kube-bench contra el CIS Kubernetes Benchmark.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Pod Security Admission, securityContext y NetworkPolicies restrictivas.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Reproducir un escape de pod privilegiado y su mitigación.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y corregir permisos RBAC peligrosos que permiten escalada.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Restringir el token de ServiceAccount y el acceso a kubelet/etcd.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kube-bench y CIS Benchmark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Pod Security Admission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securityContext y escape de pods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RBAC peligroso y escalada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Abuso de tokens de ServiceAccount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NetworkPolicy por defecto denegar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Acceso a kubelet y etcd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Security Admission (PSA): admission controller con niveles privileged/baseline/restricted. Clave: restricted bloquea pods peligrosos por namespace.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securityContext: ajustes de seguridad del pod/contenedor (runAsNonRoot, readOnlyRootFilesystem, drop capabilities). Clave: el equivalente al hardening de Docker en K8s.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Escape de pod: salir del contenedor al nodo (vía privileged, hostPath, hostPID). Clave: convierte un pod comprometido en compromiso del nodo.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 escalate/bind: verbos que permiten otorgarse más permisos. Clave: deben restringirse; equivalen a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ServiceAccount: JWT montado en el pod para hablar con la API. Clave: si se roba, el atacante actúa como ese 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 default-deny: política que bloquea todo el tráfico salvo lo permitido. Clave: imprescindible para contener movimiento lateral.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kube-bench: herramienta que evalúa el CIS Benchmark. Clave: automatiza la auditoría de hardening.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Clúster de laboratorio (kind/minikube) sobre el que tengas control total.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kube-bench, kubeaudit, kubescape, Trivy (modo k8s) y kubectl.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CNI que soporte NetworkPolicy (p. ej. Calico) para las prácticas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 run --targets master,node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kubeaudit all -f manifest.yaml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k8s --report summary cluster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kube-bench y anota los hallazgos del plano de control y de los nodos.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pod privilegiado: despliega un pod con securityContext.privileged: true y hostPID: true; desde él, accede al filesystem del nodo (nsenter/chroot al host). Comprueba el escape.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Mitigación: activa Pod Security Admission en modo restricted en el namespace y vuelve a intentar desplegar el pod privilegiado; confirma que el admission lo rechaza.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RBAC: crea un Role con create pods y demuestra cómo, montando un pod con un ServiceAccount potente, se escala a más permisos.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Mitigación: aplica privilegio mínimo, elimina verbos escalate/bind innecesarios y usa automountServiceAccountToken: false donde no se requiera.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— red: demuestra que un pod comprometido alcanza a otros pods. Aplica una NetworkPolicy default-deny y permite solo el tráfico necesario; verifica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cada Deployment con securityContext (runAsNonRoot, readOnlyRootFilesystem, drop ALL capabilities) y reejecuta kube-bench/kubeaudit para confirmar la mejora.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securityContext que impida correr como root y monte el filesystem read-only.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namespace a Pod Security restricted y ajusta los pods que dejen de desplegar.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con kubeaudit todos los pods que permiten privilege escalation.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NetworkPolicy default-deny y una regla que permita solo el tráfico de una app a su base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qué ClusterRoles otorgan  sobre  y propuestas de recorte.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escape de pod y la combinación exacta de controles que lo bloquea.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de un clúster "por defecto" con un Deployment vulnerable y llévalo a un estado endurecido: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PSA restricted, NetworkPolicy default-deny, RBAC mínimo y securityContext en todos los pods.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ataque de pod privilegiado del laboratorio ya no puede desplegarse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(rechazado por PSA), kube-bench muestra los controles antes fallidos como PASS, y un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comprometido ya no alcanza a otros pods por 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PSA no bloquea pods peligrosos — Namespace en modo privileged o solo warn; ponlo en enforce: restricted.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NetworkPolicy "no hace nada" — El CNI no la soporta; usa Calico/Cilium y aplica default-deny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Pod no arranca tras hardening — runAsNonRoot sin usuario válido o ruta que exige escritura; ajusta UID y monta tmpfs.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RBAC amplio "porque es más fácil" — Superficie de escalada enorme; refactoriza a Roles concretos por namespace.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de SA robado da acceso total — SA con permisos excesivos y token automontado; recorta permisos y desactiva automount.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desapareció PodSecurityPolicy y qué la reemplaza?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PSP se eliminaron en Kubernetes 1.25 por ser complejas y confusas. Su reemplazo es Pod Security Admission (niveles baseline/restricted por namespace) o políticas con OPA Gatekeeper/Kyverno.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pod comprometido significa clúster comprometido?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necesariamente, pero puede escalar: si el pod es privilegiado escapa al nodo; si su ServiceAccount tiene permisos altos, ataca la API. Hardening (PSA, securityContext, RBAC mínimo, NetworkPolicy) rompe esa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suficiente kube-bench para asegurar el clúster?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una base excelente de configuración CIS, pero no cubre RBAC excesivo, imágenes vulnerables ni cargas mal escritas. Complétalo con kubeaudit, Trivy y revisión de NetworkPolicies.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Martin &amp; Hausenblas, Hacking Kubernetes, O'Reilly. &lt;https://www.oreilly.com/library/view/hacking-kubernetes/9781492081722/&gt;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Kubernetes Benchmark. &lt;https://www.cisecurity.org/benchmark/kubernetes&gt;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Pod Security Admission. &lt;https://kubernetes.io/docs/concepts/security/pod-security-admission/&gt;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kube-bench. &lt;https://github.com/aquasecurity/kube-bench&gt;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 — Network Policies. &lt;https://kubernetes.io/docs/concepts/services-networking/network-policies/&gt;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