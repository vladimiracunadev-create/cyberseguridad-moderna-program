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233 — Gestión de secretos en la nube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gestión de secretos robusta en la nube: almacenamiento cifrado, acceso por identidad y 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credencial compartida, rotación automática, secretos dinámicos y detección de filtraciones.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alumno usará un gestor de secretos (Vault o el nativo del proveedor) e integrará el patrón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segura en aplicaciones y contenedores.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secretos no deben vivir en código, imágenes ni variables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Almacenar y recuperar secretos con un gestor (Vault / Secrets Manager / Key Vault / Secret Manager).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rotación automática y secretos dinámicos de corta vida.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Inyectar secretos en apps y contenedores con acceso por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secretos filtrados en repositorios con escáneres.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problema de los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Gestores de secretos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Rotación automática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Secretos dinámicos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Inyección segura en runtime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Cifrado y KMS/envelope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de filtraciones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secretos: servicio que almacena secretos cifrados con control de acceso y auditoría. Clave: acceso por identidad, no por secreto compartido.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Rotación: cambio periódico y automático del secreto. Clave: limita el tiempo útil de un secreto robado.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dinámico: credencial generada bajo demanda con TTL corto (p. ej. Vault crea un usuario de BD temporal). Clave: nada persistente que robar.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Envelope encryption: cifrar datos con una clave de datos, y esa clave con una clave maestra (KMS). Clave: base del cifrado escalable.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en runtime: el secreto llega a la app en ejecución, nunca en la imagen. Clave: montaje de secreto o llamada al gestor con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Sidecar de secretos (Vault Agent): proceso que obtiene y renueva secretos junto a la app. Clave: mantiene el secreto fuera del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 de secretos: herramienta que busca secretos en el código/historial. Clave: prevención en el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HashiCorp Vault (modo dev para laboratorio) o el gestor nativo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/ trufflehog para detección de secretos en repos.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KMS del proveedor para envelope encryption.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kv put secret/miapp dbpassword=Sup3r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vault kv get secret/miapp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 detect --source . --report-format json --report-path leaks.json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Vault en modo dev (solo laboratorio) y habilita el motor KV; guarda un secreto y recupéralo con vault kv 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política de Vault que permita a una identidad leer solo secret/miapp y verifica que no puede leer otros paths.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secretos dinámicos de base de datos: configura el motor database para que Vault cree credenciales temporales con TTL corto; genera unas y observa su expiración.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el patrón de inyección: una app/contenedor obtiene el secreto en runtime con su identidad (AppRole/Kubernetes auth), sin secretos en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rotación automática de un secreto estático y comprueba que cambia sin intervención.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Introduce a propósito un secreto en un commit y detéctalo con gitleaks; luego elimínalo del historial y añade el escaneo como hook/paso de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cifrado en reposo (envelope con KMS) del almacén y revisa el log de auditoría de accesos a secretos.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de Vault con acceso mínimo a un único path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rotación automática de una credencial de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credenciales dinámicas y demuestra que expiran solas.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la obtención de un secreto en una app sin escribirlo en el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gitleaks como paso obligatorio de CI y falla el build si detecta un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flujo de envelope encryption con KMS paso a paso.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todos los secretos en claro de una app de laboratorio y su repo: muévelos a un gestor,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rotación (o secretos dinámicos), inyéctalos en runtime por identidad y añade detección en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gitleaks detect no reporta secretos en el repo ni en el historial,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obtiene sus credenciales del gestor en runtime (no hay secretos en la imagen ni en variables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claro), y al menos un secreto rota automáticamente o se emite de forma dinámica con TTL.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sigue en el historial de git tras borrarlo del último commit — Persiste en commits anteriores; reescribe el historial y rota el secreto igualmente.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App no puede leer el secreto — Política del gestor demasiado restrictiva o identidad mal configurada; ajusta el binding.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en la imagen de contenedor — Se copió en build; muévelo a inyección en runtime y reconstruye.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 rompe la app — La app cachea el secreto viejo; implementa recarga o usa el sidecar que renueva.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Vault de larga vida — Riesgo si se filtra; usa tokens de corta vida y auth por identidad.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Si borro el secreto del código, ¿ya estoy 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basta. Si el secreto estuvo alguna vez en el repositorio, sigue en el historial de git y probablemente ya se copió. Rótalo/revócalo siempre, además de eliminarlo, y reescribe el historial si hace falta.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¿Secretos estáticos con rotación o secretos dinámicos?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dinámicos son superiores cuando el sistema los soporta: se crean bajo demanda con TTL corto y no hay nada persistente que robar. Para sistemas que no lo permiten, usa secretos estáticos con rotación automática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¿Vault o el gestor nativo del proveedor?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válidos. El nativo (Secrets Manager, Key Vault, Secret Manager) se integra sin desplegar nada y con IAM del proveedor. Vault brilla en multi-cloud, secretos dinámicos avanzados y control fino, a cambio de operarlo tú.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HashiCorp Vault docs. &lt;https://developer.hashicorp.com/vault/docs&gt;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Secrets Manager. &lt;https://docs.aws.amazon.com/secretsmanager/&gt;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Secrets Management Cheat Sheet. &lt;https://cheatsheetseries.owasp.org/cheatsheets/SecretsManagementCheatSheet.html&gt;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gitleaks. &lt;https://github.com/gitleaks/gitleaks&gt;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Secret Manager. &lt;https://cloud.google.com/secret-manager/docs&gt;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