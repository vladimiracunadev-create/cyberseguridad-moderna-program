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227 — Seguridad de contenedores: Docker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se aísla realmente un contenedor (namespaces, cgroups, capabilities) y aplicar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seguridad en las tres fases del ciclo de vida: construcción de imágenes, almacenamiento/registro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ejecución. Al terminar, el alumno podrá escanear imágenes con Trivy, endurecer un Dockerfile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el runtime según el CIS Docker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aislamiento de contenedores (namespaces, cgroups, capabilities) y sus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imágenes mínimas y sin secretos con multi-stage builds.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imágenes en busca de CVEs y secretos con Trivy.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contenedores con privilegio mínimo (usuario no root, capabilities recortadas, read-only).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 host Docker con Docker Bench for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Namespaces y cgroups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Capabilities y user namespaces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Imágenes y capas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Dockerfile seguro y multi-stage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Escaneo de imágenes (Trivy)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Runtime seguro (seccomp, AppArmor)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Registro y firma de imágenes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Namespace: aísla la vista de un proceso (PID, red, montajes, usuarios). Clave: es el mecanismo central de aislamiento del contenedor.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cgroup: limita recursos (CPU, memoria, PIDs). Clave: previene abuso de recursos y algunas denegaciones de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Capability: privilegio granular del kernel (p. ej. CAPNETADMIN). Clave: recórtalas con --cap-drop=ALL y añade solo las necesarias.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Contenedor privilegiado: --privileged desactiva casi todo el aislamiento. Clave: casi equivale a root en el host; evítalo.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Multi-stage build: compilar en una etapa y copiar solo el artefacto a una imagen mínima. Clave: elimina toolchain y secretos de la imagen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Distroless / scratch: imágenes base sin shell ni gestor de paquetes. Clave: reducen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Seccomp: filtra syscalls disponibles al contenedor. Clave: el perfil por defecto ya bloquea syscalls peligrosas.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Engine en un host Linux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para escaneo de imágenes/filesystem: docker run aquasec/trivy.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Bench for Security para auditar el host según CIS.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Hadolint para lint de Dockerfiles.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image --severity HIGH,CRITICAL nginx:latest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inspect --format '{{ .HostConfig.CapAdd }} {{ .HostConfig.SecurityOpt }}' micontenedor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docker run -it --rm alpine sh y explora los namespaces con lsns desde el host para ver el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un contenedor con --privileged y muestra que puede montar el disco del host; borra el contenedor y nunca uses privileged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Dockerfile inseguro (corriendo como root, con secretos en ENV) y pásalo por Hadolint; corrige los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Refactoriza a un multi-stage build con imagen final distroless o scratch, usuario no root (USER 1000) y sin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ambas imágenes con trivy image y compara el número de CVEs y el tamaño.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el contenedor endurecido: docker run --read-only --cap-drop=ALL --security-opt=no-new-privileges --user 1000 miimagen.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el host con Docker Bench for Security y corrige al menos tres hallazgos (daemon con TLS, userns-remap, logging).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capabilities por defecto de un contenedor y explica cuáles quitarías.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imagen basada en ubuntu a una distroless y mide la reducción de CVEs.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contenedor con sistema de archivos read-only y un volumen escribible acotado.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.dockerignore que evite filtrar .env y .git.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una imagen y verifica su firma antes de desplegar.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contenedor comprometido puede afectar al host y cómo mitigarlo.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imagen de aplicación real y prodúcela endurecida: multi-stage, base mínima, usuario no root,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secretos, y ejecución con capabilities recortadas y read-only.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trivy image no reporta CVEs CRÍTICAS ni secretos en la imagen final,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 corre como UID no root, y docker inspect confirma CapDrop: [ALL] y ReadonlyRootfs: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denied al escribir en read-only — El proceso necesita escribir; monta un volumen/tmpfs acotado para esa 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visible en docker history — Se pasó por ENV/ARG o COPY; usa build secrets o inyección en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Contenedor corre como root sin querer — Falta USER en el Dockerfile; añádelo y ajusta permisos de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reporta cientos de CVEs — Imagen base gorda/antigua; cambia a base mínima y actualiza.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--privileged "necesario" para que funcione — Casi nunca lo es; identifica la capability concreta y añádela sola.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contenedor es tan seguro como una máquina virtual?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Comparten el kernel del host; una fuga o un contenedor privilegiado pueden comprometer el host. Para aislamiento fuerte se usan sandboxes como gVisor o Kata Containers.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correr como no root si el contenedor ya está aislado?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si el atacante escapa del contenedor o explota una capability, ser root dentro facilita el escape hacia el host. El usuario no root reduce el impacto de un compromiso.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guardo los secretos si no en el Dockerfile?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Fuera de la imagen: en un gestor de secretos (clase 233), variables inyectadas en runtime o montajes de secretos del orquestador. Nunca en capas de la imagen.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Liz Rice, Container Security, O'Reilly. &lt;https://www.oreilly.com/library/view/container-security/9781492056690/&gt;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Docker Benchmark. &lt;https://www.cisecurity.org/benchmark/docker&gt;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Trivy. &lt;https://github.com/aquasecurity/trivy&gt;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Bench for Security. &lt;https://github.com/docker/docker-bench-security&gt;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800-190, Application Container Security Guide. &lt;https://csrc.nist.gov/pubs/sp/800/190/final&gt;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