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222 — IAM en la nube: identidades, roles y permisos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la gestión de identidad y acceso (IAM) como el verdadero perímetro de la nube: cómo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modelan usuarios, grupos, roles y políticas; cómo se evalúa una petición; y cómo aplicar privilegio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mínimo evitando las rutas de escalada de privilegios que buscan los atacantes.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identidades humanas y de máquina con roles asumibles en lugar de claves estáticas.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políticas IAM basadas en el principio de privilegio mínimo.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lógica de evaluación (deny explícito &gt; allow &gt; deny implícito).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permisos peligrosos que permiten escalada (iam:PassRole, iam:CreatePolicyVersion,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una cuenta buscando credenciales inactivas y permisos excesivos.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Principals: usuarios, grupos,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Políticas de identidad vs de recurso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Roles asumibles y 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Lógica de evaluación de permisos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Privilegio mínimo y límites de permisos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Escalada de privilegios IAM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Federación y SSO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 IAM: identidad de larga duración con credenciales propias. Clave: preferir roles; los usuarios con claves estáticas son un riesgo si se filtran.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 IAM: identidad asumible que otorga credenciales temporales vía STS. Clave: sin secreto permanente, ideal para servicios y federación.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Política: documento JSON con Effect, Action, Resource y Condition. Clave: define permisos de forma declarativa.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Policy de recurso: adjunta al recurso (bucket, cola) en vez de a la identidad. Clave: permite acceso cross-account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 boundary: techo máximo de permisos que una identidad puede tener. Clave: delega administración sin poder escalar.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sts:AssumeRole: acción que cambia de identidad. Clave: base de la federación y de muchas rutas de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Escalada de privilegios: aprovechar un permiso para obtener otro mayor. Clave: permisos como iam:PassRole + ec2:RunInstances equivalen a admin.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 del proveedor (aws, az, gcloud) con una cuenta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y ScoutSuite para auditar IAM (se profundiza en la clase 231).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Pacu (framework de explotación AWS) y PMapper para grafos de escalada IAM. Úsalos solo en tu propia cuenta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iam list-users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iam list-access-keys --user-name lab-user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iam simulate-principal-policy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--policy-source-arn arn:aws:iam::123456789012:user/lab-user \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usuario lab-user sin permisos y un rol lab-admin-role con AdministratorAccess.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Adjunta a lab-user una política que solo permita iam:PassRole y ec2:RunInstances.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PMapper, genera el grafo de la cuenta: pmapper graph create y luego pmapper query "who can do iam: with ". Observa cómo el usuario aparente-mínimo puede escalar a admin lanzando una instancia con el rol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la ruta manualmente: lanza una instancia EC2 pasando lab-admin-role y obtén sus credenciales temporales desde el servicio de metadatos.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Mitiga: aplica un permission boundary a lab-user y añade una Condition que restrinja qué roles puede pasar (iam:PassedToService). Repite el ataque y verifica que ahora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la cuenta con prowler aws -c iam y revisa hallazgos de claves inactivas y políticas con comodín 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 las credenciales de larga duración y sustitúyelas por roles asumibles.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política que permita listar un bucket concreto pero denegar borrar objetos.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integración basada en clave estática en un rol asumido por un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resultado de una petición con un Deny explícito y un Allow simultáneos.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una Condition que exija MFA para acciones destructivas.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PMapper para encontrar todas las identidades que pueden asumir un rol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permission boundaries para un equipo que autoadministra sus recursos.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una política demasiado amplia ("Action": "", "Resource": "") y refactorízala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 mínimo para un caso de uso concreto (una app que lee de una tabla y escribe en una cola).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política final solo incluye las acciones estrictamente necesarias sobre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ARNs concretos, incluye al menos una Condition, y simulate-principal-policy confirma que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acciones legítimas se permiten y una acción no relacionada se deniega.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AccessDenied inesperado — SCP u organización deniega arriba; revisa políticas heredadas y deny explícitos.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con "Action": "" en producción — Privilegio excesivo; refactoriza a acciones concretas y usa Access Analyzer.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Claves de acceso en el código — Credenciales estáticas filtrables; migra a roles y rota/revoca de inmediato.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iam:PassRole sin condición — Ruta de escalada; restringe con Condition sobre servicio y rol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Usuarios inactivos con claves activas — Falta de revisión; deshabilita credenciales sin uso &gt; 90 días.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¿Rol o usuario para una aplicación?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Siempre rol. Un rol da credenciales temporales que rotan solas; una clave de usuario es un secreto permanente que, si se filtra, sirve al atacante indefinidamente.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pasa si una política de identidad permite algo y una de recurso lo deniega?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Gana el deny. La evaluación combina todas las políticas aplicables y cualquier deny explícito prevalece sobre cualquier allow.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aplico privilegio mínimo sin frenar al equipo?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 permisivo pero mide: usa Access Analyzer/policy usage para ver qué se usa realmente y recorta lo no utilizado. Itera en vez de adivinar.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IAM User Guide. &lt;https://docs.aws.amazon.com/IAM/latest/UserGuide/&gt;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— IAM policy evaluation logic. &lt;https://docs.aws.amazon.com/IAM/latest/UserGuide/referencepoliciesevaluation-logic.html&gt;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PMapper (Principal Mapper). &lt;https://github.com/nccgroup/PMapper&gt;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Rhino Security Labs — AWS IAM privilege escalation methods. &lt;https://rhinosecuritylabs.com/aws/aws-privilege-escalation-methods-mitigation/&gt;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Entra ID docs. &lt;https://learn.microsoft.com/entra/identity/&gt;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