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232 — Seguridad serverless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Asegurar cargas serverless (funciones como servicio) entendiendo cómo cambia el modelo de amenazas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no hay servidor que endurecer: la superficie se traslada al código de la función, a sus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permisos IAM, a sus disparadores (triggers) y a sus dependencias. El alumno aplicará privilegio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mínimo por función, gestión segura de secretos y controles frente a inyección y abuso.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el modelo de amenazas serverless y el OWASP Serverless Top 10.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privilegio mínimo por función (un rol IAM por función).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Proteger disparadores (API Gateway, colas, buckets) frente a abuso.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secretos y variables de entorno de forma segura.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Mitigar inyección, dependencias vulnerables y denial-of-wallet.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de amenazas serverless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Permisos por función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Event injection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Secretos en funciones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Dependencias y cadena de suministro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Denial-of-Wallet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Observabilidad de funciones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Función como servicio (FaaS): código que corre bajo demanda sin gestionar servidores. Clave: no parcheas SO, pero sí el código y sus permisos.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Trigger/evento: fuente que invoca la función (HTTP, cola, objeto en bucket). Clave: el payload del evento es entrada no confiable.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Rol de ejecución: identidad IAM que asume la función. Clave: debe ser mínimo y exclusivo por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 injection: inyección a través del payload del evento. Clave: valida y sanea todo evento entrante.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Denial-of-Wallet: abuso que multiplica invocaciones y coste. Clave: limita concurrencia y presupuesto.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Cold start: primera invocación tras inactividad. Clave: relevante para timeouts y para no cachear secretos inseguros.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Variables de entorno: config inyectada en la función. Clave: no son secretas por sí solas; usa un gestor de secretos y cifrado.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cuenta de laboratorio con AWS Lambda (o Azure Functions / Cloud Functions).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Serverless Framework o SAM para desplegar; cfn-nag/Checkov para revisar plantillas.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escáner de dependencias (p. ej. npm audit, pip-audit, Trivy) y un gestor de secretos (clase 233).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lambda get-function --function-name mi-func \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--query 'Configuration.Role'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pip-audit -r requirements.txt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una función simple (p. ej. procesa un objeto subido a un bucket) con Serverless Framework en tu cuenta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su rol de ejecución: si tiene permisos amplios, recórtalo a solo las acciones necesarias (leer ese bucket, escribir en esa cola).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 injection: añade a la función una consulta construida con datos del evento sin sanear y demuestra la inyección (en laboratorio); luego parametriza/valida la entrada y confirma la mitigación.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Mueve un "secreto" de una variable de entorno a un gestor de secretos (Secrets Manager/Key Vault) y recupéralo en runtime con permisos mínimos.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las dependencias del paquete con pip-audit/npm audit/Trivy y actualiza las vulnerables.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límites de concurrencia y presupuesto/alarma de coste para mitigar denial-of-wallet.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 trazas (X-Ray/Application Insights) y logs estructurados; provoca un error y compruébalo en el log.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Reescribe un rol de ejecución amplio a privilegio mínimo para un caso concreto.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 y sanea el payload de un evento HTTP antes de usarlo en una consulta.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Migra tres secretos de variables de entorno a un gestor de secretos.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un límite de concurrencia y una alarma de coste a una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el bundle de la función y corrige una dependencia vulnerable.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regla de detección para invocaciones anómalas de una función.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Endurece una función serverless de laboratorio: rol de ejecución mínimo y exclusivo, entrada validada,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secretos fuera de las variables de entorno, dependencias sin CVEs críticas y límite de concurrencia.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rol de la función solo permite las acciones estrictamente necesarias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(verificable con la política), el ataque de event injection ya no funciona, no hay secretos en 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variables de entorno y pip-audit/npm audit no reporta vulnerabilidades críticas.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Función con AdministratorAccess — Rol reutilizado y excesivo; crea un rol mínimo por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 legible en la consola — Guardado en variable de entorno en claro; muévelo a un gestor de secretos.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Factura disparada de repente — Denial-of-wallet o bucle de eventos; limita concurrencia y añade alarmas de coste.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Inyección vía payload del evento — Entrada no saneada; valida esquema y parametriza consultas.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CVE en una dependencia del bundle — Paquete vulnerable empaquetado; escanea y actualiza en cada build.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¿Serverless es más seguro porque no hay servidor?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proveedor asume el parcheo del SO y del runtime, lo que elimina una clase de problemas. Pero la superficie se traslada al código, a los permisos IAM, a los eventos y a las dependencias, que siguen siendo tu responsabilidad.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¿Las variables de entorno sirven para secretos?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como almacén seguro: son visibles para quien pueda leer la configuración de la función y pueden filtrarse en logs. Usa un gestor de secretos y concede a la función permiso mínimo para leerlos en runtime.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denial-of-wallet y por qué preocupa en serverless?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un abuso que no busca tumbar el servicio sino disparar el número de invocaciones y, con ello, el coste. Se mitiga con límites de concurrencia, throttling en el API Gateway y alarmas/presupuestos de coste.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Serverless Top 10. &lt;https://owasp.org/www-project-serverless-top-10/&gt;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Lambda — Security overview. &lt;https://docs.aws.amazon.com/lambda/latest/dg/lambda-security.html&gt;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Azure Functions security. &lt;https://learn.microsoft.com/azure/azure-functions/security-concepts&gt;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Google Cloud Functions — Securing. &lt;https://cloud.google.com/functions/docs/securing&gt;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— Serverless Security Cheat Sheet. &lt;https://cheatsheetseries.owasp.org/&gt;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