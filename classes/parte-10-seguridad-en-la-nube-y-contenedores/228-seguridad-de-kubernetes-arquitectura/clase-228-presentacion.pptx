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228 — Seguridad de Kubernetes: arquitectura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arquitectura de Kubernetes desde la perspectiva de la seguridad: los componentes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plano de control (API server, etcd, scheduler, controller manager) y del plano de datos (kubelet,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kube-proxy, container runtime), cómo se comunican y dónde están sus superficies de ataque. Es la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hardening y los ataques de la clase siguiente.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componentes del plano de control y de datos y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superficies de ataque de cada componente (API, etcd, kubelet).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de una petición: autenticación, autorización (RBAC) y admission control.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objetos de seguridad clave: ServiceAccount, Secret, NetworkPolicy,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 clúster de laboratorio para practicar.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Plano de control vs plano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API server como punto central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etcd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kubelet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Flujo authn → authz → admission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RBAC y ServiceAccounts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Namespaces y NetworkPolicy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server: frontend REST del plano de control. Clave: toda operación pasa por authn, authz y admission aquí.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etcd: base clave-valor con el estado del clúster. Clave: contiene los Secrets; su compromiso equivale a comprometer el clúster.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kubelet: agente que ejecuta pods en cada nodo. Clave: su API (10250) sin autenticación permite ejecutar en pods.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RBAC: control de acceso por roles (Role/ClusterRole + Binding). Clave: privilegio mínimo dentro del clúster.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ServiceAccount: identidad de los pods frente al API server. Clave: su token, si se roba, da acceso a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Admission controller: valida/mutila objetos antes de persistirlos (p. ej. Pod Security Admission). Clave: fuerza políticas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NetworkPolicy: firewall L3/L4 entre pods. Clave: sin ella, todos los pods se comunican libremente.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kind o minikube para un clúster local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kubectl configurado; kube-bench y kubeaudit (se profundizan en la clase 229).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Lens o k9s para visualizar el clúster.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kind create cluster --name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kubectl get pods -n kube-system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kubectl auth can-i create pods --as system:serviceaccount:default:default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clúster con kind create cluster y examina los pods de kube-system (API server, etcd, scheduler, controller-manager, kube-proxy, CoreDNS).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pod de etcd y localiza dónde guarda los datos; comenta por qué su cifrado en reposo y su acceso restringido son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flujo de autorización: usa kubectl auth can-i --list con distintas identidades para ver qué puede hacer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namespace app y despliega un pod; observa el ServiceAccount por defecto y su token montado.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que, por defecto, un pod puede alcanzar a otro en distinto namespace (sin NetworkPolicy).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la API del kubelet (solo lectura, en laboratorio) y comenta por qué debe requerir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un diagrama del flujo de una petición kubectl apply: cliente → API server → authn → authz (RBAC) → admission → etcd → controladores → kubelet.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cada componente del plano de control y una consecuencia de su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etcd cifrado en reposo es una defensa clave para los Secrets.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la diferencia entre Role y ClusterRole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escucha en los puertos 6443 y 10250 y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authn → authz → admission para una creación de pod.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aísla un namespace y qué NO aísla por defecto.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clúster de laboratorio y produce un mapa de su superficie de ataque: componentes,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puertos que exponen, identidad que usan y qué protege cada control (RBAC, admission, NetworkPolicy).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mapa lista API server, etcd, kubelet y scheduler con su puerto y riesgo;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flujo authn→authz→admission; y señala al menos tres controles con el objeto Kubernetes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los implementa.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"Pensé que namespace = aislamiento fuerte" — Los namespaces separan nombres, no red ni kernel; añade NetworkPolicy y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ServiceAccount montado sin necesidad — Riesgo si el pod se compromete; usa automountServiceAccountToken: false.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etcd accesible sin TLS — Exposición total del estado; exige TLS mutuo y restringe el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Forbidden al aplicar un manifiesto — RBAC deniega la acción; ajusta el Role/Binding de la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kubelet API abierta en 10250 — Permite exec en pods; exige autenticación y autorización webhook.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API server es el objetivo principal de un atacante?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es la única puerta a todo el clúster: quien lo controla puede crear pods, leer Secrets y moverse a los nodos. Por eso su autenticación, RBAC y admission control son la defensa central.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un atacante lee etcd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Obtiene todo el estado, incluidos los Secrets (por defecto solo en base64, no cifrados). Por eso se recomienda cifrado en reposo de etcd y acceso restringido con TLS mutuo.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¿RBAC está activo por defecto?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clústeres modernos sí, pero muchas instalaciones dejan roles amplios o ServiceAccounts con permisos excesivos. RBAC solo protege si se configura con privilegio mínimo.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Martin &amp; Hausenblas, Hacking Kubernetes, O'Reilly. &lt;https://www.oreilly.com/library/view/hacking-kubernetes/9781492081722/&gt;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Cluster Architecture. &lt;https://kubernetes.io/docs/concepts/architecture/&gt;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Controlling Access to the API. &lt;https://kubernetes.io/docs/concepts/security/controlling-access/&gt;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RBAC Authorization. &lt;https://kubernetes.io/docs/reference/access-authn-authz/rbac/&gt;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800-190. &lt;https://csrc.nist.gov/pubs/sp/800/190/final&gt;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