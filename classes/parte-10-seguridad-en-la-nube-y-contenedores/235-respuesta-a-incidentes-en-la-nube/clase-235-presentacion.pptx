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235 — Respuesta a incidentes en la nube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ciclo de respuesta a incidentes (NIST SP 800-61) al contexto de la nube, donde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elasticidad, las APIs y la efimeridad cambian la práctica: contención por IAM y aislamiento de red,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 de evidencia mediante snapshots, y erradicación/recuperación aprovechando IaC. El alumno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ejecutará un playbook completo sobre una credencial comprometida y una instancia comprometida.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las fases de NIST (preparación, detección/análisis, contención, erradicación, recuperación, lecciones) a la nube.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Contener una credencial comprometida y una instancia comprometida sin destruir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Adquirir evidencia con snapshots, aislamiento y volcado de metadatos/logs.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Erradicar y recuperar usando IaC para reconstruir de forma limpia.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un playbook reutilizable y las lecciones aprendidas.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Ciclo NIST aplicado a la nube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Preparación: roles, permisos, runbooks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Contención de identidad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Aislamiento de recursos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Adquisición de evidencia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Erradicación y recuperación con IaC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Post-incidente y lecciones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Playbook/runbook: procedimiento paso a paso para un tipo de incidente. Clave: reduce el tiempo de respuesta y errores bajo presión.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Contención: limitar el alcance del incidente. Clave: en la nube suele empezar por IAM (revocar sesiones, deshabilitar claves).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Aislamiento (cuarentena): apartar un recurso sin destruirlo. Clave: cambia security group a "sin tráfico" en vez de apagar, para conservar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Snapshot forense: copia inmutable de un volumen/disco. Clave: evidencia sin alterar el original.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Rotación de credenciales: invalidar y reemplazar secretos comprometidos. Clave: corta el acceso del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Erradicación: eliminar la presencia del atacante (backdoors, usuarios, reglas). Clave: verifica que no queda persistencia.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Recuperación con IaC: reconstruir desde código confiable. Clave: garantiza un estado limpio y auditable.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de laboratorio con logging ya configurado (clase 234) y CLIs del proveedor.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de forense cloud como AWS IR playbooks, snapshots de EBS/discos y Cloud Custodian para automatizar contención.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repositorio Terraform (clase 230) para reconstrucción.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iam update-access-key --access-key-id AKIA... --status Inactive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ec2 create-snapshot --volume-id vol-0abc --description "IR-forense-caso-42"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Preparación: define un rol de "responder" con permisos mínimos para aislar y adquirir; crea el runbook y una cuenta/bucket de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Detección/análisis: parte de una alerta de la clase 234 (p. ej. creación anómala de clave de acceso). Reconstruye el "quién/qué/cuándo" con los logs del plano de gestión.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 de identidad: deshabilita la clave comprometida, revoca las sesiones activas (invalidar tokens) y aplica una policy de deny explícito al principal afectado. No lo borres aún (evidencia).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Aislamiento del recurso: para una instancia comprometida, cambia su security group a uno sin reglas (cuarentena) en lugar de apagarla, para preservar la memoria y las conexiones.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Adquisición: crea un snapshot del volumen, exporta los logs relevantes y guarda metadatos (etiquetas, IAM, red) en el bucket de evidencia inmutable.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Erradicación: identifica y elimina persistencia (usuarios/roles nuevos, claves, reglas, funciones backdoor). Verifica con los logs que no queda actividad del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Recuperación: reconstruye los recursos afectados desde Terraform en un estado limpio; rota todos los secretos que pudieran estar comprometidos.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runbook de "credencial IAM comprometida" con pasos y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procedimiento de cuarentena de una instancia sin destruir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 con Cloud Custodian el aislamiento de un recurso etiquetado como comprometido.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procedimiento de adquisición de snapshots y cadena de custodia.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un recurso desde IaC y verifica el estado limpio.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una lección aprendida en una regla de detección nueva.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playbook completo end-to-end para una credencial comprometida que lanzó una instancia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maliciosa: detección, contención, aislamiento, adquisición, erradicación y recuperación con IaC.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al final, la clave comprometida está deshabilitada y sus sesiones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revocadas, existe un snapshot forense y evidencia preservada en almacén inmutable, no queda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del atacante (verificado en logs), y el recurso afectado está reconstruido desde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Terraform con secretos rotados. Todo queda documentado en un informe con línea de tiempo.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apagó la instancia y se perdió la memoria — Contención destructiva prematura; aísla por red antes de apagar.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atacante volvió tras rotar una clave — Quedó persistencia (otro usuario/rol/función); erradica antes de recuperar.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alterada o no admisible — Se trabajó sobre el original; adquiere snapshots y mantén cadena de custodia.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Rotación incompleta de secretos — Solo se rotó el secreto obvio; rota todos los que la identidad pudo tocar.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Reconstrucción trae de vuelta el problema — Se reconstruyó desde IaC vulnerable; corrige el código antes de aplicar.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aislar por red en vez de apagar una instancia comprometida?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Apagarla destruye la memoria volátil y las conexiones activas, evidencia valiosa. Aislarla (security group sin tráfico) la neutraliza conservando el estado para el análisis forense.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se contiene primero en la nube, la identidad o el recurso?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Normalmente la identidad: deshabilitar la credencial comprometida y revocar sesiones corta el acceso del atacante de inmediato, incluso a recursos que aún no sabes que tocó. Luego se aísla el recurso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reconstruir con IaC en lugar de "limpiar" el recurso?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nunca tienes plena certeza de haber eliminado toda la persistencia de un sistema comprometido. Reconstruir desde código confiable garantiza un estado limpio, reproducible y auditable.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Rev. 2, Computer Security Incident Handling Guide. &lt;https://csrc.nist.gov/pubs/sp/800/61/r2/final&gt;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Security Incident Response Guide. &lt;https://docs.aws.amazon.com/security-ir/latest/userguide/welcome.html&gt;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Cloud Matrix. &lt;https://attack.mitre.org/matrices/enterprise/cloud/&gt;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 Custodian. &lt;https://cloudcustodian.io/&gt;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Incident response in the cloud. &lt;https://learn.microsoft.com/security/operations/incident-response-overview&gt;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