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259 — Defensa contra la ingeniería social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programa de defensa contra la ingeniería social que combine controles técnicos, procesos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cultura. El alumno terminará capaz de proponer medidas anti-phishing (SPF/DKIM/DMARC, MFA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resistente, filtros), procedimientos de verificación de identidad y un programa de concienciación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medible, cerrando el ciclo iniciado con el ataque autorizado.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autenticación de correo (SPF, DKIM, DMARC) para reducir la suplantación.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controles técnicos anti-phishing y MFA resistente a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procedimientos de verificación de identidad para helpdesk y pagos.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programa de concienciación con métricas de resiliencia.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un flujo de reporte y respuesta ante incidentes de ingeniería social.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Autenticación de correo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MFA resistente a phishing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Filtros y sandboxing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Verificación de identidad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Concienciación medible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Botón de reporte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Respuesta a incidentes 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SPF/DKIM/DMARC: mecanismos DNS que autentican el correo. Característica: con DMARC en p=reject el dominio es difícil de suplantar.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resistente a phishing: factores no interceptables (FIDO2/passkeys). Característica: derrotan páginas falsas y proxies AiTM.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Sandboxing de adjuntos/URL: detonación en entorno aislado. Característica: detecta payloads antes del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 fuera de banda: confirmar por un canal distinto al de la petición. Característica: frustra pretextos urgentes.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reporte: proporción de usuarios que reportan un correo sospechoso. Característica: indicador clave de cultura.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 de respuesta: guía de acciones ante un incidente. Característica: reduce el tiempo de contención.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Correo: registros DNS SPF/DKIM/DMARC; analizadores como MXToolbox o dig.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MFA: llaves FIDO2/passkeys; políticas de acceso condicional.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Filtrado: pasarela de correo con sandboxing y reescritura de URL.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Reporte: botón "Reportar phishing" integrado en el cliente de correo.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Formación: plataforma de awareness con simulacros (enlaza con GoPhish, Clase 258).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 y valida SPF de un dominio de laboratorio: dig TXT tudominio.com y revisa el registro.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DMARC en modo monitor: crea dmarc con v=DMARC1; p=none; rua=mailto:... y observa los reportes.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a p=quarantine y luego p=reject tras validar que el correo legítimo pasa.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procedimiento de verificación fuera de banda para el helpdesk (reseteos de contraseña).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procedimiento antifraude para pagos: doble aprobación y verificación por canal conocido.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flujo del botón de reporte: destino, triage y retroalimentación al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plan de concienciación trimestral con simulacros y métricas.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DMARC p=reject frustra un ataque de suplantación de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MFA por SMS vs. FIDO2 frente a un ataque AiTM.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5 preguntas de verificación de identidad robustas para el helpdesk.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métricas de un programa de awareness más allá de la tasa de clic.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mensaje de retroalimentación positiva a quien reporta un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playbook de contención para credenciales comprometidas.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defensa contra ingeniería social que cubra: autenticación de correo, MFA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resistente, verificación de identidad, programa de concienciación con métricas y playbook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plan incluye configuración DMARC verificable, al menos un control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vector (phishing, vishing, pretexting) y métricas que midan resiliencia, no solo víctimas.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DMARC rompe correo legítimo — Se pasó a reject sin monitorizar. Empieza en p=none, analiza y sube gradualmente.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por SMS eludido — Vulnerable a AiTM/SIM swap. Migra a FIDO2/passkeys.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Usuarios no reportan — No hay botón o hay miedo a represalias. Facilita el reporte y refuerza positivamente.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Awareness sin efecto — Formación anual aburrida. Usa simulacros frecuentes y feedback inmediato.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Helpdesk resetea sin validar — Falta verificación fuera de banda. Implanta preguntas y canal alternativo.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¿DMARC elimina el phishing?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 la suplantación de tu dominio, no los correos de dominios parecidos (typosquatting). Es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capa, no la solución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formar a la gente?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La concienciación es una capa junto a controles técnicos. Culpar solo al usuario es un antipatrón;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sistemas que fallen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MFA resiste el phishing?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800-50 — Awareness and Training. &lt;https://csrc.nist.gov/pubs/sp/800/50/final&gt;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DMARC.org. &lt;https://dmarc.org/&gt;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FIDO Alliance — Passkeys. &lt;https://fidoalliance.org/passkeys/&gt;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Avoiding Social Engineering and Phishing. &lt;https://www.cisa.gov/&gt;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 — Cybersecurity awareness. &lt;https://www.enisa.europa.eu/&gt;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