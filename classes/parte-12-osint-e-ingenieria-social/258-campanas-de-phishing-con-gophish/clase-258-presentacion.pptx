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258 — Campañas de phishing con GoPhish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Montar y operar una campaña de phishing controlada con GoPhish para medir la resiliencia de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organización autorizada. El alumno terminará capaz de desplegar la plataforma, crear plantillas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landing pages, lanzar la campaña contra un grupo consentido y analizar métricas para reforzar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concienciación, sin robar credenciales reales ni causar daño.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⚖️ Nota ética y legal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simulaciones de phishing solo se ejecutan sobre destinatarios de tu organización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 escrita de la dirección, o en un laboratorio propio con cuentas de prueba.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lances campañas contra terceros. No captures ni almacenes contraseñas reales: usa páginas que solo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registren el evento, no la credencial. Informa y forma tras la campaña (no castigues).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GoPhish en un entorno aislado y configurarlo con TLS.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sending profile, plantilla de correo, landing page y grupos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Lanzar una campaña y monitorizar aperturas, clics y envíos de formulario.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métricas y traducirlas en acciones de 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informe ejecutivo orientado a mejorar la defensa.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Arquitectura de GoPhish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Sending profile (SMTP)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Plantillas de correo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Landing pages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Grupos y segmentación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Métricas y tracking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Informe y formación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GoPhish: framework open source para simulacros de phishing. Característica: gestiona campañas y métricas de principio a fin.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Sending profile: configuración SMTP de envío. Característica: define remitente y servidor de la campaña.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Landing page: página a la que llega la víctima al hacer clic. Característica: en un simulacro ético, registra el evento, no la contraseña.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Tracking pixel: imagen que detecta la apertura del correo. Característica: mide aperturas sin interacción.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Grupo objetivo: lista de destinatarios autorizados. Característica: define el alcance del simulacro.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Tasa de reporte: porcentaje que reporta el correo como sospechoso. Característica: la métrica defensiva más valiosa.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GoPhish: descarga el binario de getgophish.com, ejecútalo en una VM aislada; primer login con la contraseña que muestra el 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Servidor de correo de laboratorio: MailHog/Postfix propio o un SMTP de pruebas; nunca un dominio ajeno.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Dominio y TLS de prueba: para landing pages; certificado Let's Encrypt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Grupo de prueba: cuentas propias o compañeros consintientes.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este ejercicio se hace contra tu propio entorno o con autorización escrita; las landing pages no almacenan credenciales reales.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(entorno propio / autorizado)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Arranca GoPhish en la VM y accede al panel https://127.0.0.1:3333; cambia la contraseña inicial.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Sending Profile apuntando a tu SMTP de laboratorio (MailHog/Postfix).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Email Template con un pretexto realista (ej.: "actualiza tu acceso") y añade el tracking.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Landing Page que muestre un mensaje educativo tras el clic; desactiva la captura de contraseñas.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un Users &amp; Groups con cuentas de prueba propias.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la Campaign enlazando profile, template, page y grupo; envía a las cuentas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el dashboard en tiempo real: enviados, abiertos, clicados, formularios.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dos plantillas con distinto nivel de urgencia y compara (hipotéticamente) su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una landing page que solo eduque, sin capturar credenciales, y explica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 dashboard de campaña y prioriza acciones.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comunicación posterior que forma sin culpabilizar.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evitar que la campaña afecte a personas fuera del alcance.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los requisitos legales de un simulacro de phishing corporativo en tu región.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una campaña de phishing de laboratorio de extremo a extremo contra tus cuentas de prueba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entrega un informe con métricas (envíos, aperturas, clics, reportes) y un plan de 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ninguna credencial real fue capturada, todos los destinatarios eran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propios/autorizados, y el informe incluye tasa de reporte y al menos tres acciones de mejora.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Correos marcados como spam — Falta SPF/DKIM en el lab o dominio con mala reputación. Configura autenticación de correo.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se registran aperturas — Cliente bloquea imágenes (tracking pixel). Considera el clic como métrica principal.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Landing page captura contraseñas — Configuración por defecto peligrosa. Desactiva la captura en un simulacro ético.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Campaña llega a no autorizados — Grupo mal filtrado. Verifica la lista antes de lanzar.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Empleados molestos/desconfiados — Faltó comunicación y enfoque educativo. Forma, no castigues.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¿GoPhish roba contraseñas?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 capturar lo enviado en un formulario, pero en un simulacro ético se desactiva esa captura: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se registra el evento del clic para medir, no la credencial.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¿Aviso a los empleados de que habrá simulacros?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comunica la política general (que pueden ocurrir simulacros) sin anunciar cada campaña.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transparencia del programa y el enfoque formativo son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métrica importa más?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GoPhish — Documentation. &lt;https://docs.getgophish.com/&gt;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Hadnagy, C. Social Engineering: The Science of Human Hacking. Wiley.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Phishing (T1566). &lt;https://attack.mitre.org/techniques/T1566/&gt;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800-50 — Building a Security Awareness Program. &lt;https://csrc.nist.gov/pubs/sp/800/50/final&gt;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