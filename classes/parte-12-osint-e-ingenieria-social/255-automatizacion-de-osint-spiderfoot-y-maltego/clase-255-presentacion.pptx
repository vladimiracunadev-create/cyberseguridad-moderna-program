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255 — Automatización de OSINT: SpiderFoot y Maltego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el OSINT manual mediante herramientas de automatización y correlación gráfica: SpiderFoot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recolección masiva por módulos y Maltego para análisis de enlaces (link analysis). El alumno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terminará capaz de orquestar escaneos, gestionar claves de API y transformar datos dispersos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grafos de relaciones interpretables, sin perder el control ético del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estas herramientas sobre objetivos autorizados o propios. La automatización puede pasar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fácilmente de pasiva a activa (resolución DNS, peticiones a la web del objetivo): revisa los módulos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respeta el alcance. Un escaneo masivo no autorizado puede ser detectado y ser ilegal.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SpiderFoot, sus módulos y claves de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módulos pasivos de activos y limitar el alcance del escaneo.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correlaciones y grafos de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entidades y ejecutar transforms en Maltego.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la salida automatizada en inteligencia depurada y verificada.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Automatización vs. OSINT manual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SpiderFoot: módulos y scans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Gestión de API keys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Pasivo vs. activo en módulos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Maltego: entidades y transforms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Grafos y correlación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Depuración de resultados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SpiderFoot: framework de recolección OSINT por módulos. Característica: automatiza cientos de fuentes y correlaciona.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Módulo: plugin que consulta una fuente concreta. Característica: unos son pasivos, otros hacen peticiones activas.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Maltego: herramienta de link analysis basada en entidades y transforms. Característica: convierte datos en grafos navegables.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Transform: operación que, dada una entidad, devuelve entidades relacionadas. Característica: el motor del pivoteo en Maltego.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Entidad: nodo del grafo (dominio, correo, persona, IP). Característica: unidad básica del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Correlación: regla que agrupa hallazgos relevantes. Característica: reduce ruido y prioriza.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SpiderFoot: pip install spiderfoot o vía Docker; arranca la UI con python3 sf.py -l 127.0.0.1:5001.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API keys: registra claves gratuitas (Shodan, HIBP, VirusTotal, etc.) en Settings para enriquecer.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Maltego: edición Community (CE) gratuita; registra una cuenta y añade transform hubs.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aislado y sock puppets ya listos; documenta el alcance antes de escanear.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define el objetivo autorizado y desactiva módulos activos si el alcance es solo pasivo.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un dominio propio o example.com.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SpiderFoot y crea un scan nuevo con el dominio como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el modo "Passive" para no tocar al objetivo; revisa qué módulos se activan.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API key (p. ej. Shodan) en Settings y repite un scan para comparar la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los resultados por tipo de dato (correos, subdominios, IPs) y abre la vista de correlaciones.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los hallazgos a CSV/GEXF para análisis externo.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Maltego CE, crea un grafo, arrastra una entidad Domain con tu dominio.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un scan pasivo vs. uno con módulos activos y explica las diferencias de huella.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cómo una API key cambia el volumen y calidad de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grafo Maltego de al menos 15 entidades a partir de un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3 correlaciones útiles de SpiderFoot y verifícalas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un caso en que la automatización generó un falso positivo y cómo lo detectaste.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flujo que combine SpiderFoot (recolección) y Maltego (visualización).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OSINT automatizado de un objetivo autorizado que incluya: configuración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scan (modo y módulos), grafo de relaciones exportado y una tabla de hallazgos verificados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manualmente con nivel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demuestra que el escaneo respetó el alcance (pasivo si así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definió) y cada hallazgo relevante fue verificado fuera de la herramienta.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genera mucho tráfico al objetivo — Se activaron módulos activos. Cambia a modo pasivo o limita módulos.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Pocos resultados — Faltan API keys. Configúralas en Settings.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Maltego saturado e ilegible — Demasiadas entidades. Filtra, agrupa y usa layouts.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Transforms fallan — Cuota agotada o transform hub no instalado. Revisa límites y reintenta.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Resultados contradictorios — Fuentes desactualizadas. Verifica manualmente antes de concluir.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¿SpiderFoot es siempre pasivo?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Tiene módulos activos que consultan al objetivo (DNS, HTTP). Usa el modo pasivo si tu alcance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¿Maltego CE sirve profesionalmente?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aprender y grafos pequeños sí. Tiene límites de entidades por transform; la edición comercial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esos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automatización reemplaza al analista?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SpiderFoot — Docs. &lt;https://github.com/smicallef/spiderfoot&gt;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Maltego — Learn. &lt;https://www.maltego.com/&gt;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Framework. &lt;https://osintframework.com/&gt;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