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256 — Fundamentos de ingeniería social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ingeniería social como disciplina: los principios psicológicos que la hacen efectiva,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marco ético-legal y su ciclo de ataque. El alumno terminará capaz de explicar por qué funciona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manipulación, reconocer los principios de influencia en escenarios reales y sentar las bases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simulacros autorizados y programas de concienciación.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ingeniería social ofensiva —engañar a personas para obtener acceso o información— solo es lícita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permiso explícito y por escrito (alcance, objetivos, reglas de enfrentamiento, ventana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contacto de escalado). Nunca practiques con personas sin su consentimiento o el de su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esta clase apunta a defender y a probar de forma autorizada.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ingeniería social y ubicarla en la cadena de ataque (MITRE ATT&amp;CK).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seis principios de influencia de Cialdini con ejemplos.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ciclo de un ataque de ingeniería social (información, gancho, ejecución, salida).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vectores: phishing, vishing, smishing, pretexting, tailgating, baiting.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marco ético y de reporte a cualquier simulacro autorizado.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la ingeniería social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Principios de Cialdini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Ciclo de ataque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Vectores y taxonomía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Sesgos cognitivos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Marco ético y legal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Del OSINT al pretexto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social: manipulación de personas para que realicen acciones o revelen información. Característica: explota confianza y emoción, no fallos técnicos.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Principio de autoridad: tendemos a obedecer a figuras de autoridad. Característica: el pretexto "soy de IT/dirección" es potente.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social: hacemos lo que hacen los demás. Característica: "todos ya lo hicieron" reduce resistencia.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Escasez/urgencia: valoramos lo escaso y actuamos ante la premura. Característica: acorta el pensamiento crítico.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Reciprocidad: devolvemos favores. Característica: un pequeño gesto previo abre la puerta.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Pretexto: historia falsa creíble que justifica la petición. Característica: se nutre del OSINT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Elicitación: obtener información sin preguntarla directamente. Característica: conversación aparentemente inocua.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 documental: plantilla de Rules of Engagement (alcance, objetivos, límites, escalado) y autorización firmada.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estudio: libros de Hadnagy y Cialdini (referencia, no copia); casos públicos de la SECBAG/DEF CON SECTF.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Registro: diario de operación para documentar cada interacción de un simulacro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 es un módulo conceptual: la práctica ofensiva real llega en 257–258, siempre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sin permiso escrito no hay ejercicio ofensivo; aquí se estudia y se planifica.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casos y diseño de un marco ético, sin manipular a nadie.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tres casos públicos de ingeniería social (p. ej. incidentes divulgados) y clasifica su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caso, identifica qué principios de Cialdini se explotaron y subráyalos.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ciclo de ataque: qué OSINT tuvieron, qué pretexto usaron, cómo ejecutaron y salieron.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plantilla de Rules of Engagement para un simulacro autorizado (alcance, límites, no-hacer).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pretexto ético de laboratorio para probar concienciación (sin datos reales de terceros).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métricas de éxito defensivas: tasa de reporte, tiempo de detección, no solo "cuántos cayeron".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Empareja cada principio de Cialdini con un ejemplo de correo o llamada.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elicitación y interrogatorio.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correo de phishing real (recibido) e identifica sus palancas psicológicas.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unas Rules of Engagement completas para un engagement ficticio.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métricas defensivas que midan resiliencia, no solo víctimas.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Debate: ¿dónde está la línea entre un simulacro legítimo y una manipulación dañina?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simulacro de ingeniería social autorizado: objetivos, vectores, pretexto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ético, Rules of Engagement, métricas defensivas y plan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incluye autorización explícita, límites claros ("qué no se hará"),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protección de las personas y métricas orientadas a mejorar la defensa.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Simulacro percibido como "trampa" hostil — Faltó enfoque educativo. Diseña para enseñar, no para humillar.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autorización escrita — Riesgo legal grave. Nunca ejecutes sin permiso firmado.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solo de "clics" — Mide resiliencia: tasa de reporte y tiempo de detección también.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 con datos reales de terceros — Riesgo de privacidad. Usa datos ficticios en pruebas de concienciación.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Personas dañadas emocionalmente — No hubo plan de cuidado. Incluye escalado y debrief de apoyo.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ingeniería social es "hacking"?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es hacking del factor humano. No requiere exploits técnicos; explota psicología, y suele ser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camino más fácil al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caen incluso personas técnicas?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los principios de influencia operan bajo el pensamiento rápido y emocional; el conocimiento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técnico no inmuniza contra la urgencia o la autoridad.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permiso para un simulacro interno?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Hadnagy, C. Social Engineering: The Science of Human Hacking.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Cialdini, R. Influence: The Psychology of Persuasion.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Social Engineering Framework (Social-Engineer LLC). &lt;https://www.social-engineer.org/framework/&gt;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 — Awareness materials. &lt;https://www.enisa.europa.eu/&gt;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