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252 — OSINT en redes sociales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técnicas de SOCMINT (social media intelligence) para analizar perfiles y actividad pública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redes sociales, respetando términos de servicio y privacidad. El alumno terminará capaz de extraer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señales útiles —relaciones, ubicaciones, rutinas, tecnologías mencionadas— que informan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evaluación de riesgo, sin cruzar a la vigilancia intrusiva o ilegal.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⚖️ Nota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SOCMINT solo sobre contenido público, tus propias cuentas o un objetivo autorizado. No accedas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contenido privado, no crees perfiles falsos para "hacerte amigo" del objetivo fuera de un engagement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autorizado, y respeta los ToS de cada plataforma. Compilar perfiles de personas sin base legal puede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violar la protección de datos.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las señales OSINT presentes en un perfil público (bio, geotags, red, horarios).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cuentas de una persona entre plataformas.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metadatos e indicios de ubicación de publicaciones públicas.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riesgos de exposición corporativa por empleados (fotos de badges, pantallas,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hallazgos evitando sesgos y respetando la privacidad.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SOCMINT: qué es y sus límites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Anatomía de un perfil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Correlación entre plataformas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Geotags y ubicación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Análisis de red (conexiones)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Fugas corporativas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ToS y privacidad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SOCMINT: inteligencia derivada de redes sociales. Característica: alta densidad de datos personales, alto riesgo ético.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Geotag: metadato o etiqueta de ubicación en una publicación. Característica: permite reconstruir movimientos.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red social: estudio de conexiones entre cuentas. Característica: revela círculos y personas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Pattern of life: patrón de vida (rutinas, horarios) deducido de la actividad. Característica: base para pretextos y también para riesgo físico.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Scraping: extracción automatizada de contenido. Característica: útil pero frecuentemente contra ToS; usar con cautela.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Exposición corporativa: datos de la empresa filtrados por empleados. Característica: vector real (fotos de oficinas, insignias, software).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Sock puppets por plataforma, sin vínculo a tu identidad; navegador con contenedores.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Búsqueda y agregación: operadores de búsqueda avanzados, whatsmyname, agregadores públicos.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Análisis: capturas con marca de tiempo, hojas de correlación; para grafos, Maltego (Clase 255).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Verificación de imágenes: búsqueda inversa (Google Lens, Yandex) — enlaza con la Clase 253.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solo contenido público; nada de solicitar amistad al objetivo fuera de un engagement.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Objetivo: tus propias cuentas o una cuenta pública de prueba/consentida.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Inventaria tus perfiles públicos y captura cada bio, foto y enlace con fecha.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señales: ubicación declarada, empleador, intereses, cuentas enlazadas.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un alias entre plataformas con whatsmyname y verifica manualmente.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geotags: revisa publicaciones públicas con ubicación y traza un mapa de lugares frecuentes.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Deriva un pattern of life aproximado (horarios de publicación, días activos).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la perspectiva de un atacante: ¿qué pretexto construirías con estos datos?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perfil propio y lista 10 señales OSINT ordenadas por sensibilidad.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"pattern of life" es peligroso incluso sin datos "secretos".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dos cuentas por estilo, foto o enlaces y asigna un nivel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una publicación con geotag y descríbela sin exponer datos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política de 5 puntos para que empleados no filtren datos corporativos.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prohíben los ToS de una red sobre scraping y automatización.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SOCMINT de auto-exposición con al menos 8 señales, una correlación entre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plataformas y un mapa de "pattern of life", más un plan de mitigación.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solo usa contenido público, cita la fuente de cada señal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propone al menos 5 acciones concretas de reducción de huella.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Cuenta baneada/limitada — Scraping agresivo o sock puppet inconsistente. Reduce ritmo, mejora la coherencia del perfil.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Correlación equivocada — Estilo similar no es prueba. Exige múltiples indicios convergentes.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Filtración de tu identidad — Diste "like" o seguiste con tu cuenta real. Usa siempre el sock puppet.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privados en el informe — Se incluyó contenido no público. Elimínalo; solo va lo público.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Geotag mal interpretado — Ubicación de la foto ≠ ubicación de residencia. Corrobora con más datos.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pedir amistad al objetivo para ver su contenido?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dentro de un engagement autorizado con reglas claras. Fuera de eso es manipulación y puede ser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ilegal o violar 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scraping es legal?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 de la jurisdicción y los ToS. El contenido público tiene menos protección, pero automatizar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extracciones suele violar términos y puede tener consecuencias legales.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lo más peligroso que expone la gente?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Bazzell, M. Open Source Intelligence Techniques. &lt;https://inteltechniques.com/book1.html&gt;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Bellingcat — Online Investigation Toolkit. &lt;https://www.bellingcat.com/&gt;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WhatsMyName. &lt;https://github.com/WebBreacher/WhatsMyName&gt;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OSINT Framework — Social Networks. &lt;https://osintframework.com/&gt;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