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249 — Fundamentos de OSINT</a:t>
            </a:r>
          </a:p>
          <a:p>
            <a:r>
              <a:rPr sz="1600">
                <a:solidFill>
                  <a:srgbClr val="2E8B57"/>
                </a:solidFill>
              </a:rPr>
              <a:t>parte 12 osint e ingenieria social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qué es la inteligencia de fuentes abiertas, cómo se estructura el ciclo de inteligencia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cuáles son los límites éticos y legales que gobiernan toda recolección. Al terminar, el alumno sabrá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plantear una operación OSINT metódica, trazable y defendible, distinguiendo entre "buscar en Google"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producir inteligencia útil a partir de datos públicos.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OSINT y diferenciarlo de HUMINT, SIGINT y otras disciplinas de inteligencia.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ciclo de inteligencia de cinco fases a un objetivo autorizado.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OSINT pasivo de activo y sus implicaciones de detección y legalidad.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Preparar un entorno de investigación aislado con cuentas "sock puppet" y máquina desechable.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hallazgos con cadena de custodia y control de sesgos.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Definición y disciplinas de inteligencia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Ciclo de inteligencia (5 fases)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Pasivo vs. activo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Fuentes abiertas: taxonomía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Entorno de investigación seguro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Sock puppets (identidades ficticias)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Ética, legalidad y sesgos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OSINT (Open Source Intelligence): inteligencia derivada de información pública y de acceso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legal. Característica clave: la fuente es abierta, pero el valor está en la correlación, no en el dato aislado.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Ciclo de inteligencia: proceso iterativo de dirección → recolección → procesamiento → análisis → difusión. Característica: es cíclico; el análisis genera nuevas preguntas.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OSINT pasivo: recolección que no interactúa con la infraestructura del objetivo (cachés, buscadores, archivos). Característica: casi indetectable.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OSINT activo: implica tocar sistemas del objetivo (visitar su web, resolver su DNS). Característica: deja rastros en 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Sock puppet: identidad ficticia y creíble usada para investigar sin exponer al analista. Característica: debe tener historia y coherencia.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de custodia: registro de cómo, cuándo y de dónde se obtuvo cada evidencia. Característica: sin ella, el hallazgo no es defendible.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Máquina de investigación aislada: VM (VirtualBox/VMware) con snapshot limpio, o la Trace Labs OSINT VM / Kali. Nunca investigues desde tu equipo y cuenta personales.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Navegador endurecido: Firefox con contenedores (Multi-Account Containers), sin sesión personal; opcionalmente detrás de VPN/Tor según el alcance.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Gestor de casos: herramienta para notas y capturas: Obsidian, CherryTree o una plantilla Markdown; captura con Hunchly si es un engagement formal.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OSINT Framework (osintframework.com) como índice de fuentes por categoría.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Recordatorio: todo se hace en entorno propio/aislado y sobre objetivos autorizados o públicos legítimos.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 y autorizado: OSINT sobre ti mismo (autoevaluación de huella).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snapshot limpio de tu VM de investigación y anota fecha/hora de inicio del 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la dirección: escribe la pregunta de inteligencia (ej.: "¿qué datos míos son públicos y podrían usarse en un pretexto contra mí?").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Recolección pasiva: busca tu nombre entre comillas en varios buscadores (Google, Bing, DuckDuckGo) y en https://www.google.com/search?q="Tu Nombre". Registra cada URL y captura.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motores especializados: https://haveibeenpwned.com/ para brechas asociadas a tu correo.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metadatos de una foto tuya pública con exiftool foto.jpg y anota qué revela.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Procesamiento: vuelca los datos en una tabla (dato, fuente, fecha, confianza alta/media/baja).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10 fuentes de datos como pasivas o activas y justifica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ciclo de inteligencia y describe qué ocurre si se salta la fase de "dirección".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sock puppet coherente (nombre, correo dedicado, foto generada) y documenta su historia sin usarlo aún.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hipótesis y luego lista 3 datos que la refutarían, para combatir el sesgo de confirmación.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plantilla de tabla de hallazgos con columnas de confianza y verificación cruzada.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la diferencia entre OSINT y "doxing" y explica dónde está la frontera legal/ética.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Produce un informe OSINT de tu propia huella (máx. 2 páginas) que incluya: pregunta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inteligencia, al menos 8 hallazgos con fuente y nivel de confianza, un diagrama de correlación y 5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recomendaciones concretas de reducción de exposición.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hallazgo es reproducible por un tercero siguiendo la fuente citada,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el informe distingue explícitamente hechos verificados de inferencias.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objetivo detecta la investigación — Se hizo OSINT activo sin querer (visitar su web logueado). Usa fuentes pasivas y sock puppets.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Hallazgos que no se pueden reproducir — Faltó cadena de custodia. Registra URL, fecha y captura de cada dato.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Conclusiones sesgadas — Se buscó confirmar una hipótesis. Formula hipótesis rivales y busca refutarlas.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 personal filtrada al objetivo — Se usó el navegador/sesión propios. Investiga siempre desde la VM aislada.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"públicos" pero de origen ilegal — Un leak robado no es fuente lícita. Verifica la legalidad de la fuente.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¿OSINT es legal?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Recolectar información genuinamente pública suele serlo, pero el uso, el almacenamiento de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personales y la interacción con el objetivo tienen límites (GDPR, leyes locales). El contexto y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propósito determinan la legalidad.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Tor o VPN siempre?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siempre; depende del alcance y del riesgo de atribución. Para investigaciones sensibles, sí. 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esencial es no exponer tu identidad real ni tocar la infraestructura del objetivo sin querer.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Bazzell, M. Open Source Intelligence Techniques. &lt;https://inteltechniques.com/book1.html&gt;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Reconnaissance (TA0043). &lt;https://attack.mitre.org/tactics/TA0043/&gt;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OSINT Framework. &lt;https://osintframework.com/&gt;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Trace Labs OSINT VM. &lt;https://www.tracelabs.org/initiatives/osint-vm&gt;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Have I Been Pwned. &lt;https://haveibeenpwned.com/&gt;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