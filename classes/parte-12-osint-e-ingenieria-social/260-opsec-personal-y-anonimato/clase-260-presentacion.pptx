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260 — OPSEC personal y anonimato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seguridad operacional (OPSEC) para reducir la propia huella digital y operar con anonimato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defendible cuando el trabajo lo exige (investigación, red team, periodismo). El alumno terminará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capaz de modelar su amenaza, compartimentar identidades, endurecer dispositivos y usar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anonimato entendiendo sus límites, cerrando la parte con la contracara defensiva del OSINT.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anonimato es un derecho y una herramienta profesional legítima. No lo uses para cometer delitos ni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evadir responsabilidad por daños. Esta clase busca proteger a investigadores, sus fuentes y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privacidad, no facilitar actividad ilícita.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modelo de amenaza personal (activos, adversarios, capacidades).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Compartimentar identidades y datos para limitar la correlación.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su huella digital mediante solicitudes de eliminación y minimización.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Tor, VPN y sistemas amnésicos entendiendo sus límites y errores de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dispositivos y cuentas contra el rastreo y la deanonimización.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Modelado de amenaza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Compartimentación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Reducción de huella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Tor y VPN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Sistemas amnésicos (Tails)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Metadatos y hábitos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Cuentas e identidades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OPSEC: proceso de proteger información sensible identificando qué revelas y a quién. Característica: es disciplina continua, no una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amenaza: análisis de qué proteges, de quién y con qué esfuerzo. Característica: sin él, la OPSEC es aleatoria.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Compartimentación: separar identidades/actividades en silos. Característica: limita el daño de una 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Tor: red de anonimato por enrutamiento en capas. Característica: oculta la IP, pero no protege de errores de OPSEC del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VPN: túnel cifrado hacia un proveedor. Característica: cambia la confianza, no elimina la atribución; el proveedor te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Tails: sistema live amnésico que enruta por Tor. Característica: no deja rastros en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Huella digital: conjunto de datos tuyos accesibles. Característica: se reduce, rara vez se elimina del todo.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Tor Browser y, para trabajo sensible, Tails (USB amnésico).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VPN de confianza con política de no-logs auditada (complemento, no sustituto de Tor).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Gestor de identidades: correos segregados (alias/relays), gestor de contraseñas, números virtuales.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Limpieza de metadatos: exiftool, mat2.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herramienta ≠ anonimato; la OPSEC se rompe por comportamiento (reutilizar alias, mezclar cuentas).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(sobre ti mismo)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modelo de amenaza: qué activos proteges, posibles adversarios y su capacidad.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compartimentación: identidad personal, profesional y de investigación separadas.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tu huella (reutiliza la Clase 249) y crea una lista de solicitudes de eliminación a servicios/brokers.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correos segregados con relays/alias y contraseñas únicas por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Tor Browser y comprueba tu IP en un servicio de "what is my IP" antes y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un USB de Tails y arráncalo en una VM/equipo de prueba; verifica que no deja rastros.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Limpia metadatos de un documento con mat2 archivo.pdf y compara antes/después.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tu modelo de amenaza en una página, con adversarios y esfuerzo estimado.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un error típico que anula el anonimato de Tor (p. ej. loguearte en tu cuenta real).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Tor vs. VPN vs. Tor sobre VPN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tres identidades compartimentadas con reglas de no-cruce.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5 solicitudes de eliminación a data brokers de tu región.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hábitos que rompen la OPSEC aunque uses buenas herramientas.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OPSEC personal con: modelo de amenaza, esquema de compartimentación, lista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de reducción de huella ejecutadas y una evaluación honesta de límites y riesgos residuales.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demuestra al menos tres acciones reales completadas (correos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segregados, eliminación de una exposición, uso verificado de Tor/Tails) y reconoce explícitamente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puede garantizar el anonimato.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Deanonimizado pese a usar Tor — Te logueaste en una cuenta personal. Nunca mezcles identidad real y anónima.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VPN "no-logs" que sí registraba — Confianza mal puesta. Elige proveedores auditados; recuerda que la VPN te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Alias reutilizado enlaza identidades — Falta de compartimentación. Un alias por identidad, sin cruces.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delatan al autor — No se limpiaron. Usa mat2/exiftool antes de publicar.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Patrón horario revela zona/rutina — Hábitos predecibles. Varía y minimiza señales de "pattern of life".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¿Tor me hace 100% anónimo?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Oculta tu IP, pero el anonimato se rompe por errores de comportamiento, JavaScript, correlación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 o iniciar sesión en cuentas identificables.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¿VPN o 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Distintos objetivos: la VPN cambia en quién confías (el proveedor te ve); Tor distribuye la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anonimato fuerte, Tor/Tails; la VPN es un complemento, no un anonimizador por sí 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borrar mi huella por completo?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Extreme Privacy: What It Takes to Disappear. &lt;https://inteltechniques.com/book7.html&gt;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Tor Project. &lt;https://www.torproject.org/&gt;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Tails. &lt;https://tails.net/&gt;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mat2 (Metadata Anonymisation Toolkit). &lt;https://0xacab.org/jvoisin/mat2&gt;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EFF — Surveillance Self-Defense. &lt;https://ssd.eff.org/&gt;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