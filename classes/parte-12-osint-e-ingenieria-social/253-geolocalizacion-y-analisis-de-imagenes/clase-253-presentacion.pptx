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253 — Geolocalización y análisis de imágenes</a:t>
            </a:r>
          </a:p>
          <a:p>
            <a:r>
              <a:rPr sz="1600">
                <a:solidFill>
                  <a:srgbClr val="2E8B57"/>
                </a:solidFill>
              </a:rPr>
              <a:t>parte 12 osint e ingenieria social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extraer y verificar la ubicación y autenticidad de imágenes mediante metadatos EXIF,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búsqueda inversa y análisis visual (chronolocation y geolocation). El alumno terminará capaz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determinar dónde y cuándo se tomó una foto pública y de detectar imágenes manipuladas 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descontextualizadas, una habilidad clave en verificación e investigación.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⚖️ Nota ética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 con tus propias imágenes o material público de prueba. No uses estas técnicas para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localizar físicamente a personas sin autorización: la geolocalización de individuos puede facilitar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acoso o daño y ser delito.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y leer metadatos EXIF, incluida geolocalización cuando existe.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búsqueda inversa de imágenes en varios motores.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Geolocalizar una foto por pistas visuales (señales, arquitectura, vegetación, sombras).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Cronolocalizar una imagen estimando fecha/hora por sombras y contexto.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manipulación o descontextualización de imágenes.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Metadatos EXIF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Limpieza de metadatos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Búsqueda inversa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Geolocalización visual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Cronolocalización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Detección de manipulación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Verificación cruzada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EXIF: metadatos incrustados por la cámara (GPS, modelo, fecha). Característica: muy revelador, pero eliminado por muchas plataformas.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Búsqueda inversa de imágenes: buscar dónde más aparece una foto. Característica: revela origen y descontextualización.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Geolocation (visual): deducir ubicación por elementos de la escena. Característica: no necesita metadatos.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Chronolocation: estimar fecha/hora por sombras y contexto. Característica: usa geometría solar.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Descontextualización: imagen real usada fuera de su contexto original. Característica: desinformación frecuente.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 (Error Level Analysis): técnica para detectar zonas editadas. Característica: indicio, no prueba concluyente.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Metadatos: exiftool foto.jpg; para lote, exiftool -csv .jpg &gt; meta.csv.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Búsqueda inversa: Google Lens, Yandex Images (muy fuerte en geolocalización), TinEye, Bing Visual.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Mapas y satélite: Google Earth, Google Street View, Mapillary, OpenStreetMap.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Sombras/sol: SunCalc (https://www.suncalc.org) para chronolocation.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Manipulación: FotoForensics (ELA), InVID/WeVerify para vídeo.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Recordatorio: usa fotos propias o de bancos públicos; no persigas a personas reales.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Objetivo: una foto tuya con GPS y una foto pública "misteriosa" de práctica.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metadatos: exiftool foto.jpg — localiza GPS Position y Create Date.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las coordenadas y ábrelas en Google Maps; confirma el lugar.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Sube la foto a un servicio y descárgala: vuelve a correr exiftool y observa que el GPS desapareció.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una foto sin EXIF, haz búsqueda inversa en Yandex y Google Lens; anota coincidencias.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Geolocaliza por pistas: idioma de carteles, tipo de enchufes, señales de tráfico, vegetación.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con Street View: encuadra el mismo edificio o esquina.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EXIF de una foto antes y después de subirla a dos redes distintas.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Geolocaliza una foto pública solo con pistas visuales y documenta el razonamiento.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SunCalc para estimar la hora de una foto con sombras claras.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una imagen descontextualizada mediante búsqueda inversa.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el ELA no es prueba concluyente de manipulación.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guía de 5 pasos para verificar una imagen viral antes de compartirla.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Geolocaliza y cronolocaliza una foto pública de práctica sin metadatos GPS, aportando: ubicación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(con captura de Street View coincidente), fecha/hora estimada y análisis de autenticidad.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ubicación se corrobora con al menos dos pistas visuales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independientes y una imagen de mapa/satélite que coincide con la escena.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EXIF data found" — La plataforma lo eliminó. Pasa a geolocalización visual.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Búsqueda inversa sin resultados — Google es débil en lugares. Prueba Yandex y Bing.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Coordenadas apuntan al océano — Confusión lat/long o formato. Verifica orden y signo.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Hora mal estimada — No se consideró zona horaria/DST. Ajusta con SunCalc y la ubicación.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 positivo de manipulación — ELA malinterpretado por recompresión. Corrobora con más señales.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¿Todas las fotos tienen GPS?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Depende de la cámara/ajustes y casi todas las redes lo eliminan al subir. Por eso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geolocalización visual es imprescindible.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¿Yandex es mejor que Google para geolocalizar?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 menudo sí para reconocimiento de lugares y rostros/escenas. Usa varios motores y combina resultados.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ELA prueba que una imagen es falsa?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Es un indicio. La verificación seria combina metadatos, búsqueda inversa, análisis visual 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Bellingcat — Online Investigation Toolkit. &lt;https://www.bellingcat.com/resources/&gt;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ExifTool. &lt;https://exiftool.org/&gt;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SunCalc. &lt;https://www.suncalc.org/&gt;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FotoForensics. &lt;https://fotoforensics.com/&gt;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InVID/WeVerify. &lt;https://www.invid-project.eu/&gt;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