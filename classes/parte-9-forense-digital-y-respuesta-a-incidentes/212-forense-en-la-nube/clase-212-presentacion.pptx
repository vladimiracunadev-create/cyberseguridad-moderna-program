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212 — Forense en la nube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cambia la forense cuando la evidencia vive en la nube: modelo de responsabilidad compartida, logs de plataforma (CloudTrail, Azure Activity Log, GCP Audit), snapshots de discos, y adquisición de instancias efímeras. Al terminar sabrás qué evidencia pedir, cómo preservarla y cómo investigar un compromiso de identidad en la nube.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el modelo de responsabilidad compartida afecta la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fuentes de logs forenses en AWS, Azure y GCP.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evidencia mediante snapshots y exportación de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Investigar un compromiso de credenciales/identidad en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Preservar evidencia efímera antes de que desaparezca.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Responsabilidad compartida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CloudTrail y logs de control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Azure Activity/Sign-in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GCP Audit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Snapshots de disco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Instancias efímeras y contenedores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Compromiso de identidad (IAM)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Responsabilidad compartida: el proveedor asegura la infraestructura; el cliente, sus datos y configuración. Característica: no tienes acceso al hipervisor ni al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CloudTrail (AWS): registro de todas las llamadas a la API. Característica: la fuente forense primaria en AWS.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Activity Log / Sign-in Log: acciones sobre recursos e inicios de sesión de identidad. Característica: separan plano de control y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GCP Audit Logs: Admin Activity, Data Access, System Event. Característica: Data Access puede estar desactivado por costo.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Snapshot: copia puntual de un volumen. Característica: método estándar de adquisición de disco en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efímera: instancias/contenedores que se destruyen al escalar. Característica: hay que capturarla antes del terminate.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Rol/clave IAM comprometida: credencial robada usada por el atacante. Característica: se investiga por patrones anómalos en los logs de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AWS: consola de CloudTrail, aws cloudtrail lookup-events, snapshots EBS, herramientas como Prowler para revisar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Azure: Activity Log, Microsoft Sentinel, KQL.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GCP: Cloud Logging, gcloud logging read.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una cuenta/proyecto PROPIO (nivel gratuito). Nunca investigues cuentas ajenas sin autorización.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 de prueba y consúltala en CloudTrail (AWS):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cloudtrail lookup-events --lookup-attributes AttributeKey=EventName,AttributeValue=RunInstances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acciones sospechosas por identidad: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cloudtrail lookup-events --lookup-attributes AttributeKey=Username,AttributeValue=usuario-prueba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evidencia de un volumen creando un snapshot: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ec2 create-snapshot --volume-id vol-0123456789 --description "Evidencia CASO-2026-01"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la instancia comprometida cambiando su security group a uno sin tráfico (sin apagarla, para no perder RAM).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evidencia NO puedes obtener por la responsabilidad compartida.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en CloudTrail las últimas 24 h de acciones de una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snapshot de un volumen propio como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login desde IP inusual en Azure Sign-in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logs de auditoría de GCP a formato analizable.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procedimiento para aislar una instancia sin perder 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tu cuenta de nube, simula un compromiso de credenciales (una clave IAM que "un atacante" usa desde otra sesión) y reconstruye, solo desde los logs de la plataforma, qué hizo, cuándo y desde dónde, preservando la evidencia de forma inmutable.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un informe con la credencial comprometida, la línea de tiempo de sus acciones (con marcas UTC), la IP de origen, los recursos afectados y la prueba de que los logs de evidencia quedaron con retención/inmutabilidad.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CloudTrail no tiene el evento — Trail no configurado para esa región/servicio. Habilita un trail multi-región.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Access logs vacíos en GCP — Desactivados por costo. Actívalos antes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no monta — Falta adjuntarlo a una instancia forense. Crea un volumen desde el snapshot.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Apagaste la instancia y perdiste RAM — Aísla por red, no por apagado, si quieres la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 alterables — Sin retención/inmutabilidad. Usa object lock o cuenta de logging separada.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evidencia no tengo en la nube?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hipervisor, el hardware y la red física del proveedor. Trabajas con lo que las APIs y logs exponen.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capturo una instancia efímera?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que se destruya: snapshot del disco y, si puedes, volcado de memoria vía agente. Automatiza la captura ante alerta.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¿CloudTrail lo registra todo?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llamadas a la API (plano de control). Data events (S3, Lambda) y logs de aplicación requieren configuración adicional.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preservo logs para que no se borren?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IR 8006 — Cloud Forensic Science Challenges: &lt;https://csrc.nist.gov/publications/detail/nistir/8006/final&gt;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CloudTrail: &lt;https://docs.aws.amazon.com/cloudtrail/&gt;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Monitor / Sign-in logs: &lt;https://learn.microsoft.com/azure/azure-monitor/&gt;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GCP Cloud Audit Logs: &lt;https://cloud.google.com/logging/docs/audit&gt;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