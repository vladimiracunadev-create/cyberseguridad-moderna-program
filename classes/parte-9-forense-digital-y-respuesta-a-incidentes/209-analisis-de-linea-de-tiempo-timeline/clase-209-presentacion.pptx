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209 — Análisis de línea de tiempo (timeline)</a:t>
            </a:r>
          </a:p>
          <a:p>
            <a:r>
              <a:rPr sz="1600">
                <a:solidFill>
                  <a:srgbClr val="2E8B57"/>
                </a:solidFill>
              </a:rPr>
              <a:t>parte 9 forense digital y respuesta a incidentes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Aprender a construir y analizar super-timelines: la fusión de todos los timestamps de un sistema (sistema de archivos, registro, logs, artefactos) en una única línea de tiempo ordenada. Al terminar podrás usar plaso/log2timeline y Timesketch para reconstruir la secuencia exacta de un incidente.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la diferencia entre timeline de FS y super-timeline.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Generar una super-timeline con log2timeline/psort.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y acotar una timeline a la ventana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una timeline en Timesketch de forma colaborativa.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Interpretar patrones MACB para reconstruir la actividad.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Timeline de FS vs. super-timeline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plaso: log2timeline y psort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Fuentes que agrega plaso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Acotar por ventana temporal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MACB y pivoteo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Timesketch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Anti-forense en timelines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 de sistema de archivos: ordena solo los timestamps MACB del FS. Característica: rápida pero limitada.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Super-timeline: fusiona FS, registro, logs, navegador, etc. Característica: visión completa, pero voluminosa y ruidosa.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plaso: framework que produce timelines; log2timeline extrae, psort filtra/exporta. Característica: soporta cientos de parsers.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 storage (.plaso): base intermedia de eventos. Característica: se filtra sin re-procesar la imagen.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Timesketch: plataforma web para analizar y anotar timelines en equipo. Característica: permite etiquetar y buscar a gran escala.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Pivote: saltar de un evento clave a los relacionados en el tiempo. Característica: técnica central del análisis.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Timestomping: alterar timestamps para engañar. Característica: crea incoherencias detectables entre fuentes.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plaso: log2timeline.py, psort.py, pinfo.py (imagen Docker oficial log2timeline/plaso).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Timesketch: despliegue Docker para análisis colaborativo.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Entrada: una imagen .dd/.E01 propia de las clases anteriores.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Recuerda: trabaja sobre copias, nunca el original.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el storage de plaso desde la imagen: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log2timeline.py --storage-file caso.plaso imagen.E01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Revisa qué se recolectó: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pinfo.py caso.plaso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Exporta una super-timeline completa a CSV: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psort.py -o l2tcsv -w timeline.csv caso.plaso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Acota a la ventana del incidente (por ejemplo, un día):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Genera una super-timeline y cuenta cuántas fuentes agregó plaso.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 la timeline a una ventana de dos horas.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Pivotea desde un evento de login hasta la primera ejecución de malware.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Detecta un caso de timestomping por incoherencia entre fuentes.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Etiqueta en Timesketch los cinco eventos clave de un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Escribe la narrativa cronológica del incidente en un párrafo.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la super-timeline de una imagen propia con un incidente simulado y entrega la secuencia cronológica desde la entrada del atacante hasta la exfiltración, con al menos seis eventos fechados y correlacionados de fuentes distintas.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tu narrativa incluye seis eventos con fecha/hora UTC, cada uno respaldado por una fuente identificada (FS, registro, log, navegador…), y las fuentes coinciden entre sí (o explicas las incoherencias por timestomping).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timeline tiene millones de líneas — No la acotaste. Filtra por ventana y fuentes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Tiempos en zonas distintas — Mezcla de UTC y local. Normaliza todo a UTC con --timezone.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log2timeline tarda muchísimo — Imagen grande con todos los parsers. Usa --parsers para acotar.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Eventos que se contradicen — Timestomping. Contrasta $SI vs $FN y $UsnJrnl.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 no importa el CSV — Formato incorrecto. Exporta con el formato compatible (l2tcsv o jsonline).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¿Super-timeline siempre?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 siempre: es potente pero ruidosa. Para casos acotados, una timeline de FS puede bastar.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evito ahogarme en datos?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Acota por ventana temporal, filtra por fuentes relevantes y pivotea desde eventos conocidos en vez de leer todo.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¿Timesketch es obligatorio?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No, pero facilita el trabajo en equipo, el etiquetado y la búsqueda. Un CSV también sirve para casos pequeños.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detecto manipulación de tiempos?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 / log2timeline: &lt;https://plaso.readthedocs.io/&gt;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Timesketch: &lt;https://timesketch.org/&gt;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SANS — Windows Forensic Analysis (FOR508): &lt;https://www.sans.org/&gt;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Carrier, B. — File System Forensic Analysis, Addison-Wesley 2005.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