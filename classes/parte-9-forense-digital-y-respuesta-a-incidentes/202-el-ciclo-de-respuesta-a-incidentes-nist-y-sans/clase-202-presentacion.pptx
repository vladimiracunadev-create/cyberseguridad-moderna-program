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202 — El ciclo de respuesta a incidentes (NIST y SANS)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los dos marcos de referencia que estructuran toda respuesta a incidentes: el ciclo de cuatro fases de NIST SP 800-61 y el modelo PICERL de SANS de seis pasos. Al terminar sabrás en qué fase estás durante un incidente real, qué actividades corresponden a cada una y cómo evitar saltar pasos bajo presión.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las cuatro fases del ciclo NIST y su carácter iterativo.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el modelo PICERL de SANS contra las fases de NIST.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un evento como incidente y asignarle severidad.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los criterios de activación y de cierre de un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runbook mínimo para una fase concreta.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Ciclo NIST de 4 fases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Preparación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Detección y análisis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Contención, erradicación y recuperación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Actividad post-incidente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Modelo PICERL de SANS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Clasificación y severidad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Evento vs. incidente: un evento es cualquier ocurrencia observable; un incidente es un evento que viola (o amenaza) la política de seguridad. Característica: no todo evento escala.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Preparación: fase donde se crean equipos, herramientas, contactos y procesos antes de que ocurra nada. Característica: es continua, no un hito.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y análisis: identificación y validación del incidente, determinación de alcance. Característica: aquí se decide si se activa el resto.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Contención: limitar la propagación. Característica: puede ser a corto (aislar) o largo plazo (parcheo temporal).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Erradicación: eliminar la causa (malware, cuentas comprometidas, vulnerabilidad). Característica: incompleta si queda persistencia.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Recuperación: volver a operación normal con monitoreo reforzado. Característica: gradual y verificada.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PICERL: Preparation, Identification, Containment, Eradication, Recovery, Lessons Learned. Característica: mnemónico de SANS equivalente al ciclo NIST.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Marcos: descarga NIST SP 800-61 Rev. 2 y el Incident Handler's Handbook de SANS.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Plantillas: una matriz de severidad (P1–P4), una plantilla de runbook y una lista de contactos de escalado.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Software de apoyo: un sistema de tickets (TheHive es ideal y gratuito) para registrar el ciclo de vida del incidente.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una matriz de severidad con cuatro niveles. Para cada uno especifica: impacto, tiempo de respuesta objetivo y quién debe ser notificado.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este escenario: "El EDR reporta que un servidor de nóminas ejecutó PowerShell ofuscado que contactó una IP externa a las 03:14 UTC". Clasifícalo y justifica la severidad.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Recorre las cuatro fases NIST anotando, para este caso, al menos dos acciones concretas por fase.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Traduce esas acciones al esquema PICERL y verifica que no falte ninguna.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runbook de la fase de contención para este caso: pasos numerados, decisión de "aislar vs. observar", y quién autoriza.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los criterios de cierre: ¿qué debe cumplirse para declarar el incidente resuelto? Documenta al menos cuatro.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todo el ciclo como un ticket en TheHive (o en una tabla si no lo tienes instalado).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ciclo NIST como diagrama y marca dónde es iterativo.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tabla que mapee cada paso PICERL con su fase NIST equivalente.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cinco criterios que convierten un "evento" en "incidente".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matriz de severidad P1–P4 para una PYME.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runbook de detección para alertas de phishing reportadas por usuarios.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caso donde saltarse la contención antes de la erradicación empeoró las cosas.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 runbook completo de respuesta para un caso de ransomware en un endpoint, cubriendo las seis etapas de PICERL con acciones concretas, responsables y criterios de transición entre etapas.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runbook tiene las seis etapas, cada una con al menos tres acciones numeradas, un responsable asignado y una condición explícita para pasar a la siguiente etapa. Un compañero debe poder ejecutarlo sin preguntarte nada.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equipo erradica sin contener — Se saltó una fase por prisa; el malware se reinfecta. Respeta el orden PICERL.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Todos los incidentes son "críticos" — Falta matriz de severidad. Define criterios objetivos por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Nadie sabe a quién avisar — No hay lista de escalado. Créala en preparación.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incidente "nunca cierra" — Sin criterios de cierre. Defínelos por adelantado.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repite el mismo ataque — Se omitió la fase de lecciones aprendidas. Hazla obligatoria.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¿NIST o SANS, cuál uso?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Son compatibles. NIST es la referencia formal; PICERL es el mnemónico operativo. Muchos equipos usan PICERL para comunicar y NIST para documentar.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preparación es una sola vez?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No, es continua: cada incidente alimenta mejoras a la preparación.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contener y erradicar a la vez?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veces se solapan, pero conceptualmente contienes primero para no perder evidencia ni alertar al atacante prematuramente.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entre contención a corto y largo plazo?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 Rev. 2: &lt;https://csrc.nist.gov/publications/detail/sp/800-61/rev-2/final&gt;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— Incident Handler's Handbook: &lt;https://www.sans.org/white-papers/33901/&gt;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TheHive Project: &lt;https://thehive-project.org/&gt;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Roberts &amp; Brown — Intelligence-Driven Incident Response, O'Reilly 2017.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