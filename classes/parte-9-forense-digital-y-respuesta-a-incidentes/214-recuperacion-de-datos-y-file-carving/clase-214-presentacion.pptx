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214 — Recuperación de datos y file carving</a:t>
            </a:r>
          </a:p>
          <a:p>
            <a:r>
              <a:rPr sz="1600">
                <a:solidFill>
                  <a:srgbClr val="2E8B57"/>
                </a:solidFill>
              </a:rPr>
              <a:t>parte 9 forense digital y respuesta a incidentes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a recuperar archivos borrados incluso cuando el sistema de archivos ya no los referencia, mediante file carving: reconstruir archivos a partir de sus firmas (headers/footers) en el espacio no asignado. Al terminar sabrás usar PhotoRec, Scalpel, foremost y bulkextractor para rescatar evidencia perdida.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Diferenciar recuperación por metadatos y recuperación por carving.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carving con PhotoRec, foremost y Scalpel.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Reconocer las firmas (magic numbers) de formatos comunes.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Extraer artefactos con bulkextractor.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Evaluar las limitaciones del carving (fragmentación, falsos positivos).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Borrado vs. destrucción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Recuperación por metadatos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File carving por firmas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Magic numbers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PhotoRec / foremost / Scalpel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Fragmentación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bulkextractor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Recuperación por metadatos: usar el inodo/MFT residual para rescatar el archivo. Característica: rápida y fiable si los punteros sobreviven.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File carving: reconstruir archivos por sus firmas, ignorando el FS. Característica: funciona sin metadatos, pero sufre con la fragmentación.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Magic number / firma: bytes iniciales (y a veces finales) que identifican un formato (FFD8 JPEG, %PDF PDF, PK ZIP). Característica: base del carving.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Header/footer carving: extraer entre una firma de inicio y una de fin. Característica: falla si el archivo está fragmentado.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Fragmentación: archivo disperso en clusters no contiguos. Característica: el carving simple lo reconstruye mal.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bulkextractor: extrae emails, tarjetas, URLs, etc. sin parsear el FS. Característica: veloz y útil para triage.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Falso positivo: dato "recuperado" que no es un archivo válido. Característica: hay que validar cada recuperado.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Carving: photorec, foremost, scalpel.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Triage: bulkextractor.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Metadatos: The Sleuth Kit (icat, fls -d), extundelete (ext4), testdisk (particiones).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Entrada: una imagen .dd propia donde borraste archivos a propósito.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Primero intenta recuperación por metadatos con TSK: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fls -d -r -o 2048 imagen.dd        # lista borrados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icat -o 2048 imagen.dd 512 &gt; recuperadometa.bin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 no hay metadatos, aplica carving con foremost: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foremost -t jpg,pdf,doc,zip -i imagen.dd -o salidaforemost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Prueba PhotoRec (interactivo, muy potente para imágenes):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photorec imagen.dd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cuándo prefieres metadatos y cuándo carving.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las firmas de JPEG, PDF y ZIP en un editor hex.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Recupera imágenes borradas propias con PhotoRec y valídalas.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los resultados de foremost y Scalpel sobre la misma imagen.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correos y URLs con bulkextractor.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la fragmentación arruina el carving simple.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Borra cinco archivos conocidos (de tipos distintos) de una imagen propia, recupéralos por carving y demuestra —comparando hashes— cuáles se recuperaron íntegros y cuáles no, explicando la causa.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entregas los archivos recuperados, una tabla con hash original vs. hash recuperado por cada uno, y una explicación de por qué los que fallaron no coincidieron (fragmentación, sobrescritura o formato).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Muchos archivos corruptos — Fragmentación; el carving por firmas no la maneja. Prueba PhotoRec con validación.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Falsos positivos abundantes — Firmas genéricas. Valida cada recuperado por su estructura.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recupera nada — Espacio ya sobrescrito o SSD con TRIM. Busca en otras fuentes.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foremost trunca archivos — Tamaño máximo por defecto. Ajusta la config de tipos.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bulkextractor tarda mucho — Imagen grande. Es normal; corre en background.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¿Metadatos o carving primero?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Metadatos primero (más fiable y rápido). Carving cuando el FS ya no referencia el archivo.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falla el carving con archivos grandes?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suelen estar fragmentados, y el carving por header/footer asume contigüidad.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recupera bulkextractor?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Artefactos como emails, URLs, números de tarjeta y dominios, sin necesidad de parsear el sistema de archivos. Ideal para triage.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sé si un recuperado es válido?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Carrier, B. — File System Forensic Analysis, Addison-Wesley 2005.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PhotoRec / TestDisk: &lt;https://www.cgsecurity.org/wiki/PhotoRec&gt;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foremost / Scalpel: &lt;https://foremost.sourceforge.net/&gt;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bulkextractor: &lt;https://github.com/simsong/bulkextractor&gt;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