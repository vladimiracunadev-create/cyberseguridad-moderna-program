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220 — Caso completo de respuesta a incidentes end-to-end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todo lo aprendido en la parte resolviendo un incidente de principio a fin: desde la alerta inicial hasta el informe y las lecciones aprendidas. Este es el proyecto capstone: adquisición, análisis multi-fuente, timeline, contención, erradicación, RCA e informe, ejecutados como un caso real y coherente.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ciclo completo PICERL sobre un incidente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evidencia de disco, memoria y red en una sola narrativa.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super-timeline que sostenga las conclusiones.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Contener y erradicar con preservación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un informe forense y un post-mortem defendibles.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Escenario y alcance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Triage inicial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Adquisición multi-fuente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correlacionado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Timeline maestra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Contención y erradicación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RCA y lecciones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Capstone: proyecto integrador que ejercita todas las competencias. Característica: evalúa el criterio, no solo la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evaluación rápida para priorizar y decidir. Característica: define el rumbo con información incompleta.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multi-fuente: unir disco, memoria y red en una historia. Característica: cada fuente confirma o refuta a las otras.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Narrativa del incidente: relato cronológico y causal del ataque. Característica: debe sostenerse solo con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IOC/IOA: indicadores de compromiso/ataque. Característica: alimentan detección y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con preservación: frenar sin destruir evidencia. Característica: el equilibrio central de DFIR.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Cierre: declaración formal de incidente resuelto. Característica: exige criterios objetivos cumplidos.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arsenal de la parte: FTK Imager/ewfacquire, Volatility 3, The Sleuth Kit/Autopsy, plaso/Timesketch, Wireshark/Zeek, Eric Zimmerman's 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Escenario: móntalo tú en un laboratorio aislado de VMs propias, o usa un dataset de entrenamiento DFIR 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cualquier malware se maneja solo en laboratorio aislado y desechable, con snapshots.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e identificación: revisa la alerta, clasifica severidad (clase 202) y define el alcance inicial. Decide aislar por red preservando RAM (clase 216).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Volca la RAM (WinPmem) y el disco (FTK Imager → E01), con hashes y cadena de custodia (clases 201, 203, 207).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si el atacante sigue activo (clase 208).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memoria: con Volatility 3 halla el proceso malicioso, su inyección y su conexión C2: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 -f memoria.raw windows.malfind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 -f memoria.raw windows.netscan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decisión de triage y su justificación de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hallazgo de memoria con uno de disco y uno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timeline maestra con al menos ocho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toda la persistencia del atacante en 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cinco IOCs del incidente para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tres acciones correctivas contra causas raíz.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el incidente completo y entrega el paquete final: cadena de custodia, hallazgos de memoria/disco/red correlacionados, timeline maestra, plan de contención/erradicación ejecutado, RCA e informe forense con versión ejecutiva.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narrativa del ataque está respaldada por evidencia de las tres fuentes (memoria, disco, red) que concuerdan entre sí; la timeline maestra tiene al menos ocho eventos fechados en UTC; el informe permite reproducir el análisis; y las acciones correctivas atacan causas raíz, no síntomas.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Conclusiones sin respaldo — Una sola fuente. Corrobora con memoria, disco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Perdiste la RAM — Contuviste apagando. Aísla por red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caótica — No la acotaste ni pivoteaste. Filtra por ventana y parte de eventos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incompleta — Persistencia sin enumerar. Revísala toda antes de cerrar.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no reproducible — Faltan hashes/versiones. Documenta la metodología completa.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un caso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el triage: entiende la alerta, acota el alcance y decide contención preservando evidencia. Luego adquieres antes de analizar.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fuente analizo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el orden de volatilidad: memoria y red en vivo primero, disco después. Pero correlaciona las tres al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que terminé?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la narrativa se sostiene con evidencia concordante, la persistencia está erradicada y validada, y el informe permite a un tercero reproducir 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laboratorio tiene malware real?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2: &lt;https://csrc.nist.gov/publications/detail/sp/800-61/rev-2/final&gt;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Forensics, Wiley 2014.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&amp; Brown — Intelligence-Driven Incident Response, O'Reilly 2017.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Autopsy / The Sleuth Kit: &lt;https://www.autopsy.com/&gt;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