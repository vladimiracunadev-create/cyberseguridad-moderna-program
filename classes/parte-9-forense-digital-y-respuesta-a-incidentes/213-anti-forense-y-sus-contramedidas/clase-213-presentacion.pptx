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213 — Anti-forense y sus contramedidas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las técnicas que los atacantes usan para borrar sus huellas y engañar al analista —borrado seguro, timestomping, cifrado, ocultamiento, log tampering, esteganografía— y, sobre todo, aprender a detectarlas y contrarrestarlas. Al terminar sabrás reconocer cuándo alguien intentó destruir o falsear evidencia.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las principales familias de técnicas anti-forense.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timestomping y manipulación de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borrado y limpieza de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ocultamiento de datos y esteganografía.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contramedidas y fuentes redundantes de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Familias de anti-forense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Borrado seguro (wiping)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Timestomping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Limpieza de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Cifrado y ocultamiento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Esteganografía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Living-off-the-land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Wiping: sobrescritura para impedir recuperación. Característica: en SSD, TRIM ya complica la recuperación; en HDD, deja patrones detectables.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Timestomping: alterar timestamps (p. ej. con timestomp o SetFileTime). Característica: crea incoherencias entre $SI, $FN y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tampering: borrar/editar logs (wevtutil cl, truncar /var/log). Característica: deja huecos y gaps de secuencia detectables.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Esteganografía: ocultar datos dentro de imágenes, audio, etc. Característica: cambia estadísticas del portador.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Cifrado/ADS: cifrar datos o esconderlos en Alternate Data Streams de NTFS. Característica: los ADS son invisibles en un dir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LOLBins: binarios legítimos del SO usados con fines maliciosos. Característica: no dejan un ejecutable ajeno que analizar.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Redundancia de evidencia: cruzar fuentes independientes. Característica: la mejor contramedida contra la manipulación.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Detección: MFTECmd ($SI vs $FN), EvtxECmd (gaps de secuencia), streams/dir /r (ADS), stegdetect/zsteg (esteganografía), binwalk.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wiping: inspección de patrones en espacio no asignado.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laboratorio propio. Genera tú las técnicas y luego detéctalas.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 y su detección: cambia el mtime de un archivo propio y detéctalo comparando $SI vs $FN en la MFT: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MFTECmd.exe -f "$MFT" --csv salida --csvf mft.csv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registros donde los tiempos de $SI sean anteriores a los de $FN (imposible en uso normal).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Alternate Data Streams: crea y detecta un ADS en NTFS: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secreto &gt; archivo.txt:oculto.txt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 /r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Limpieza de logs: borra un log de eventos propio y detecta el hueco: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timestomping por incoherencia $SI/$FN.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y encuentra un ADS en NTFS.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limpieza de log por el evento 1102.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datos ocultos en una imagen con zsteg/binwalk.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TRIM ayuda al atacante que quiere borrar.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estrategia de redundancia de evidencia contra cada técnica.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sistema de laboratorio propio, aplica tres técnicas anti-forense distintas (por ejemplo timestomping, limpieza de un log y un ADS) y luego, actuando como analista, detéctalas todas usando fuentes de evidencia independientes.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por cada una de las tres técnicas, presentas (a) cómo la aplicaste, (b) la evidencia que la delató y (c) la fuente redundante que usaste para detectarla pese a la manipulación.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Confías en un solo timestamp — Es manipulable. Cruza $SI, $FN, $UsnJrnl y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el ADS — dir normal no lo muestra. Usa dir /r o streams.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"limpio" sin sospecha — Un log vacío o con gaps ya es sospechoso. Revisa el evento 1102.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Esteganografía indetectable — Prueba varias herramientas y análisis estadístico; compara con el portador original si existe.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Asumes que el wiping borró todo — Copias en shadow copies, journal, backups o RAM pueden sobrevivir.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anti-forense hace imposible la investigación?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nunca del todo. Deja sus propias huellas (incoherencias, huecos) y suele olvidar fuentes redundantes.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timestomping?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Comparando timestamps que deberían concordar entre fuentes independientes; las incoherencias delatan la manipulación.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LOLBin?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binario legítimo del sistema (PowerShell, certutil, rundll32…) usado con fines maliciosos para no dejar malware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recuperar algo tras un wipe en SSD?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Levy, Walters — The Art of Memory Forensics, Wiley 2014.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Defense Evasion (TA0005): &lt;https://attack.mitre.org/tactics/TA0005/&gt;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 Zimmerman's Tools: &lt;https://ericzimmerman.github.io/&gt;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LOLBAS project: &lt;https://lolbas-project.github.io/&gt;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