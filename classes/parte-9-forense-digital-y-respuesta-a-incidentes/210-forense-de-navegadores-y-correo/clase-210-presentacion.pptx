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210 — Forense de navegadores y correo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extraer y analizar la actividad web y de correo: historial, cookies, descargas, caché y sesiones de navegadores (Chrome, Firefox, Edge), y encabezados, adjuntos y trazabilidad de correos. Al terminar podrás reconstruir la navegación de un usuario y analizar el origen real de un correo de phishing.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y parsear las bases SQLite de los navegadores.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historial, descargas y sesiones de navegación.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encabezados de correo para trazar el origen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adjuntos y detectar phishing y spoofing.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actividad web/correo con la timeline del caso.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Bases de datos de navegador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Chrome/Edge (History, Cookies)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Firefox (places.sqlite)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Caché y sesiones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Formatos de correo (PST, OST, MBOX, EML)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Encabezados de correo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SPF/DKIM/DMARC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History (Chrome): SQLite con visitas, tiempos y descargas. Característica: los timestamps usan época WebKit (microsegundos desde 1601).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places.sqlite (Firefox): base de historial y marcadores. Característica: timestamps en microsegundos desde 1970.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Cookies: sesiones y autenticación persistidas. Característica: pueden probar acceso a un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PST/OST: contenedores de Outlook. Característica: PST es exportable; OST es la caché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MBOX/EML: formatos de correo de texto. Característica: EML es un mensaje individual con encabezados completos.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Encabezados Received: cadena de servidores por los que pasó el correo. Característica: se leen de abajo hacia arriba para trazar el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SPF/DKIM/DMARC: mecanismos de autenticación del remitente. Característica: sus fallos delatan spoofing.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Navegadores: DB Browser for SQLite, herramientas de Eric Zimmerman, Hindsight (Chrome), nirsoft BrowsingHistoryView.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Correo: libpff (PST), readpst, un visor de EML, y análisis manual de encabezados.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usa perfiles de navegador y correos PROPIOS. Si analizas un correo de phishing real recibido por ti, hazlo en entorno aislado y no abras los adjuntos.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Copia (no abras el navegador en vivo) la base de historial de Chrome: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Windows: %LOCALAPPDATA%\Google\Chrome\User Data\Default\History.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el historial con SQL: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SELECT url, title, visitcount, lastvisittime FROM urls ORDER BY lastvisittime DESC;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los timestamps WebKit a fecha legible (recuerda: microsegundos desde 1601).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Firefox: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SELECT url, title, visitcount FROM mozplaces ORDER BY lastvisitdate DESC;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tres timestamps WebKit a fecha UTC legible.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las diez URLs más visitadas de tu perfil.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una descarga con su origen y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 el origen real de un correo leyendo sus Received.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spoofing con Authentication-Results.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y hashea un adjunto sin abrirlo.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correo de phishing propio y demuestra que el remitente está suplantado, identificando el servidor de origen real y el resultado de SPF/DKIM/DMARC, y correlaciona una URL del correo con el historial del navegador.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reportas (a) el servidor de origen real desde la cadena Received, (b) los resultados de SPF/DKIM/DMARC que prueban el spoofing, y (c) evidencia de si el usuario visitó la URL maliciosa (o no) según el historial.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database is locked — El navegador está abierto. Trabaja sobre una copia con el navegador cerrado.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sin sentido — Épocas distintas (WebKit vs. Unix). Convierte con la fórmula correcta.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Encabezados Received confusos — Léelos de abajo hacia arriba; los de arriba pueden estar falsificados.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 pasa pero igual es phishing — SPF valida el sobre, no el From visible. Revisa DKIM y DMARC.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Adjunto peligroso — Nunca lo ejecutes. Solo hashea y analiza en aislamiento.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timestamps raros en Chrome?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la época WebKit: microsegundos desde el 1 de enero de 1601. Hay que convertirla.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¿SPF suficiente contra spoofing?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SPF valida el remitente del sobre (envelope), no el From que ve el usuario. DMARC alinea ambos; revísalo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recuperar correo borrado?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veces sí desde PST/OST (elementos recuperables) o desde el espacio no asignado con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modo incógnito deja rastro?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Windows Forensic Analysis (FOR500): &lt;https://www.sans.org/&gt;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Hindsight (Chrome forensics): &lt;https://github.com/obsidianforensics/hindsight&gt;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libpff (PST/OST): &lt;https://github.com/libyal/libpff&gt;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5322 (formato de mensaje) y RFC 7208 (SPF): &lt;https://www.rfc-editor.org/&gt;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