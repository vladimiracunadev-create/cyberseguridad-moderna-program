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203 — Adquisición forense: discos e imágenes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adquirir imágenes forenses de discos y memoria de forma verificable y sin alterar el original. Al terminar sabrás elegir entre adquisición física y lógica, usar formatos como RAW (dd) y E01, aplicar bloqueo de escritura y verificar integridad con hashes antes y después.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adquisición física, lógica y de volumen.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Crear imágenes con dd, dcfldd, ewfacquire y FTK Imager.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bloqueo de escritura por hardware o software.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integridad con hashes durante y tras la adquisición.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Elegir el formato adecuado (RAW vs. E01/EWF) según el caso.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Física vs. lógica vs. volumen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Formatos RAW y E01/EWF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Bloqueo de escritura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dd y dcfldd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ewfacquire y FTK Imager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Hashing durante adquisición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Adquisición en vivo vs. apagado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Adquisición física: copia bit a bit de todo el medio, incluido espacio no asignado. Característica: recupera datos borrados.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Adquisición lógica: copia de archivos y estructuras vivas. Característica: más rápida pero omite lo borrado.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Formato RAW (dd): copia cruda sin metadatos. Característica: universal pero sin verificación embebida.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Formato E01 (EWF): EnCase Evidence Format con compresión, metadatos del caso y hash integrado. Característica: verifica integridad por sí mismo.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Write blocker: dispositivo que impide escritura en el original. Característica: hardware es el estándar de oro.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Espacio no asignado (unallocated): sectores sin archivo vivo asignado. Característica: fuente de datos borrados y carving.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TRIM en SSD: el disco borra físicamente bloques marcados como libres. Característica: dificulta recuperar borrados en SSD.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Linux: dd, dcfldd, ewfacquire (paquete libewf-tools), hashdeep.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Windows: FTK Imager (gratuito, de Exterro/AccessData) para crear imágenes E01 con verificación.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Hardware simulado: usa un pendrive propio o un archivo .img como "disco". Nunca practiques sobre medios de terceros sin autorización.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Recuerda: laboratorio aislado, evidencia propia, y bloqueo de escritura siempre que toques un original.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dispositivo (en Linux) sin montarlo: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lsblk -o NAME,SIZE,TYPE,MOUNTPOINT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el original en solo lectura si necesitas inspeccionarlo (simula write-blocker por software):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blockdev --setro /dev/sdX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Adquiere con dcfldd calculando hash al vuelo: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dcfldd if=/dev/sdX of=caso001.dd hash=sha256 hashlog=caso001.hashlog bs=4M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Alternativa en formato forense E01: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cuándo elegirías adquisición lógica en vez de física.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RAW y E01 en una tabla de ventajas/desventajas.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Adquiere un pendrive propio en ambos formatos y compara tamaños.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cómo un write-blocker de hardware difiere de blockdev --setro.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TRIM de un SSD complica la recuperación de borrados.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el procedimiento para adquirir un servidor que no se puede apagar.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Adquiere una imagen forense de un pendrive propio en formato E01 con FTK Imager o ewfacquire, y demuestra que la imagen es fiel al original comparando hashes.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la imagen E01, el log de adquisición y la salida de ewfverify (o el reporte de FTK) mostrando que el hash de adquisición coincide con el de verificación. La cadena de custodia acompaña el entregable.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SO monta el disco automáticamente — Automount activo alteró tiempos de acceso. Desactiva automount o usa write-blocker antes de conectar.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dd sin bs tarda horas — Bloque por defecto minúsculo. Usa bs=4M.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 de adquisición ≠ verificación — El original cambió o hubo error de lectura. Repite con bloqueo de escritura.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Imagen RAW enorme — RAW no comprime. Usa E01 si el espacio importa.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ewfacquire: permission denied — Falta privilegio de lectura del dispositivo. Ejecuta con sudo.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¿RAW o E01?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E01 para casos formales (metadatos + integridad integrada); RAW para máxima compatibilidad con herramientas.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adquirir un equipo encendido?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es adquisición en vivo. Captura primero la RAM (más volátil) y documenta que el sistema estaba activo.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bloqueo por software basta?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prácticas sí; en casos legales serios se prefiere un write-blocker de hardware certificado.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mi SSD no recupera borrados?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Carrier, B. — File System Forensic Analysis, Addison-Wesley 2005.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800-86: &lt;https://csrc.nist.gov/publications/detail/sp/800-86/final&gt;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FTK Imager (Exterro): &lt;https://www.exterro.com/ftk-imager&gt;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libewf / ewf-tools: &lt;https://github.com/libyal/libewf&gt;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