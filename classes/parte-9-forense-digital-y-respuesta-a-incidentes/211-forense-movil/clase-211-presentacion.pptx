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211 — Forense móvil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los retos particulares de la forense en dispositivos móviles (Android e iOS): niveles de extracción, cifrado, bloqueo, y los artefactos donde vive la evidencia (bases SQLite de apps, mensajes, ubicación, registros de llamadas). Al terminar sabrás planificar una adquisición móvil y analizar sus artefactos.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los niveles de extracción móvil (manual, lógica, sistema de archivos, física).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impacto del cifrado y el bloqueo en la adquisición.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artefactos clave en Android e 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bases SQLite de apps de mensajería y ubicación.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ADB y herramientas forenses móviles de forma metódica.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Retos del móvil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Niveles de extracción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Android: estructura y /data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iOS: backups y keychain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Bases SQLite de apps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Ubicación y actividad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ADB y modo de arranque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Extracción lógica: copia de archivos accesibles vía API/backup. Característica: rápida pero limitada a lo que el SO expone.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Extracción de sistema de archivos: acceso más profundo a la partición de datos. Característica: requiere privilegios (root/jailbreak) o exploits.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Extracción física: imagen bit a bit de la memoria. Característica: máxima, pero difícil por cifrado moderno.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FBE (File-Based Encryption): cifrado por archivo en Android moderno. Característica: complica la extracción física sin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iOS backup: respaldo (cifrado o no) vía iTunes/Finder. Característica: fuente forense estándar en 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Keychain: almacén cifrado de credenciales en iOS. Característica: protegido por hardware (Secure Enclave).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BFU vs. AFU: Before First Unlock (más cifrado) vs. After First Unlock (claves en memoria). Característica: AFU permite más extracción.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Android: adb (Android Debug Bridge), DB Browser for SQLite, ALEAPP.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iOS: análisis de backups con iLEAPP, libimobiledevice.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Comerciales (referencia): Cellebrite UFED, Magnet AXIOM, Oxygen Forensic (no libres; se mencionan por su rol en la industria).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Entorno: usa un dispositivo o emulador PROPIO. La extracción de un móvil ajeno requiere consentimiento u orden judicial; respétalo siempre.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depuración USB en el dispositivo propio y conecta ADB: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 devices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una extracción lógica por backup: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 backup -all -f backup.ab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el backup a un tar analizable (con abe.jar o android-backup-extractor).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info del dispositivo: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 shell getprop ro.product.model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las diferencias entre extracción lógica, de FS y física.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por qué BFU limita más la extracción que AFU.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un backup ADB de un dispositivo propio y lístalo.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una base SQLite de mensajes propia con SQL.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informe con ALEAPP o iLEAPP.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los requisitos legales para extraer un móvil ajeno.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dispositivo Android propio, genera actividad de prueba (mensajes, ubicaciones simuladas), extrae los datos y reconstruye una línea de tiempo de esa actividad a partir de las bases SQLite y el informe de ALEAPP.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una timeline con al menos cinco eventos (mensajes, aperturas de app, ubicaciones) fechados, cada uno con la base de datos o artefacto de origen, y describes el nivel de extracción que lograste.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 devices no lista el equipo — Depuración USB desactivada o falta autorizar la clave RSA. Acepta el diálogo en el móvil.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 backup vacío — Apps modernas bloquean backup (allowBackup=false). Necesitas otro método.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cifrados ilegibles — Dispositivo en BFU o FBE. Requiere credenciales o herramientas especializadas.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Timestamps en milisegundos — Divídelos entre 1000 antes de convertir a época Unix.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Alteraste el dispositivo — Encenderlo/usarlo cambia datos. Documenta y usa modo avión/aislamiento (Faraday).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 tan difícil la forense de iOS?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su cifrado por hardware (Secure Enclave) y modelo cerrado. Los backups son la vía forense más común.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BFU vs AFU?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Before/After First Unlock. En AFU las claves de descifrado están en memoria, permitiendo más extracción; en BFU casi todo está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root para extraer Android?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extracción profunda (FS/física) normalmente sí, o exploits. La lógica vía backup no lo requiere pero es limitada.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extraer un móvil ajeno?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800-101 Rev. 1: &lt;https://csrc.nist.gov/publications/detail/sp/800-101/rev-1/final&gt;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ALEAPP / iLEAPP: &lt;https://github.com/abrignoni&gt;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 Debug Bridge: &lt;https://developer.android.com/tools/adb&gt;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libimobiledevice: &lt;https://libimobiledevice.org/&gt;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