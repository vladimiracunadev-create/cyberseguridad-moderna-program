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219 — Ejercicios de mesa (tabletop)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diseñar y facilitar ejercicios de mesa (tabletop): simulacros discutidos donde el equipo ensaya su respuesta a un incidente sin sistemas reales en riesgo. Al terminar sabrás construir un escenario con inyecciones, facilitar la discusión, evaluar la respuesta y capturar mejoras.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los tipos de ejercicio (tabletop, funcional, simulacro completo).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escenario realista con inyecciones progresivas.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Facilitar la sesión manteniendo el foco y el ritmo.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 respuesta contra los playbooks existentes.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hallazgos y acciones de mejora.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Tipos de ejercicio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Objetivos del tabletop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Diseño de escenario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Inyecciones (injects)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Roles: facilitador y participantes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Facilitación efectiva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Evaluación y métricas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Tabletop: ejercicio de discusión sin sistemas reales. Característica: bajo costo y riesgo, alto valor para procesos y 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funcional: prueba parcial con sistemas/herramientas reales. Característica: más realista, más costoso.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Simulacro completo (full-scale): respuesta real end-to-end. Característica: máximo realismo y coste.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Inject (inyección): nueva información introducida por el facilitador para escalar el escenario. Característica: obliga a decidir.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Facilitador: guía la sesión, lanza injects, evita que se estanque. Característica: neutral, no resuelve por el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MSEL (Master Scenario Events List): guion de eventos e injects planificados. Característica: estructura el ejercicio.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Hotwash: debrief inmediato tras el ejercicio. Característica: captura impresiones en caliente.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Diseño: plantilla de escenario, MSEL con injects y tiempos, objetivos medibles.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Facilitación: sala (física o virtual), reloj, y un observador que tome notas.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Insumos: los playbooks (clase 215) que se quieren poner a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no requiere entorno técnico; es organizativo.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objetivos medibles: p. ej. "validar el playbook de ransomware y los criterios de escalado".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escenario realista para tu contexto (ransomware que cifra un servidor de archivos y exige rescate).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MSEL con injects progresivos y sus tiempos. Ejemplo de injects: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T+0: el EDR alerta de cifrado masivo en un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T+15: usuarios reportan que no acceden a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T+30: aparece una nota de rescate; el atacante amenaza con filtrar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T+45: un periodista contacta pidiendo comentarios.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tres objetivos medibles para un tabletop.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MSEL con cinco injects y sus tiempos.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escenario de brecha de datos con inject de prensa.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las preguntas de decisión para dirección y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rúbrica para evaluar la respuesta del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guion de un hotwash de 15 minutos.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ejercicio tabletop completo (objetivos, escenario, MSEL con al menos cinco injects, roles y rúbrica de evaluación) sobre un incidente relevante, listo para ejecutarse con un equipo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paquete permite a otro facilitador correr el ejercicio sin ayuda; incluye objetivos medibles, MSEL cronometrada con cinco injects, roles claros, puntos de decisión y una rúbrica para evaluar la respuesta.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ejercicio se estanca — Faltan injects o facilitación. Prepara MSEL y lanza eventos a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convierte en clase teórica — El facilitador resuelve por el equipo. Deja que decidan ellos.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irreal — No aplica al contexto. Diseña sobre amenazas plausibles para la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conclusiones accionables — No hubo informe. Cierra con hotwash y acciones asignadas.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participa TI — Falta convocar a legal, comunicación y dirección. Inclúyelos.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¿Tabletop o simulacro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Tabletop primero: barato, sin riesgo, ideal para validar procesos y roles. Los funcionales y full-scale se hacen cuando el proceso ya madura.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¿Con qué frecuencia se hacen?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menos anual, y tras cambios grandes (nuevos sistemas, reorganización) o incidentes relevantes.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¿Quién debe participar?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solo TI/seguridad: incluye legal, comunicación, RR. HH. y dirección, según el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la MSEL?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800-84 — Test, Training, and Exercise Programs: &lt;https://csrc.nist.gov/publications/detail/sp/800-84/final&gt;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— Tabletop Exercise Packages (CTEP): &lt;https://www.cisa.gov/resources-tools/services/cisa-tabletop-exercise-packages&gt;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Incident Response resources: &lt;https://www.sans.org/&gt;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2: &lt;https://csrc.nist.gov/publications/detail/sp/800-61/rev-2/final&gt;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