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201 — Fundamentos de DFIR y cadena de custodia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Comprender qué es DFIR, en qué se diferencia la respuesta a incidentes del análisis forense, y por qué la cadena de custodia y la integridad de la evidencia son el cimiento innegociable de todo el trabajo posterior. Al terminar sabrás tratar un equipo comprometido de forma que cualquier hallazgo sea técnicamente sólido y legalmente defendible.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los roles de la forense digital y la respuesta a incidentes dentro de DFIR.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principio de intercambio de Locard y el orden de volatilidad a un caso real.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formulario de cadena de custodia completo y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Calcular y verificar hashes de integridad (MD5/SHA-256) sobre evidencia adquirida.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los errores que contaminan evidencia y cómo evitarlos.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DFIR y sus dos mitades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Principio de Locard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Orden de volatilidad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Cadena de custodia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Integridad por hash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Bloqueo de escritura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Documentación y notas contemporáneas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DFIR: unión de Digital Forensics (análisis riguroso post-mortem) e Incident Response (contención y recuperación rápida). Característica clave: tensión entre velocidad y rigor, que hay que equilibrar en cada caso.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Principio de intercambio de Locard: todo contacto deja un rastro. En digital: cada acción de un atacante (o del propio analista) altera algún estado. Característica: nunca hay "cero huella".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volatilidad: prioridad de captura según cuán rápido desaparece un dato (registros de CPU → RAM → conexiones → disco → backups). Característica: la RAM se pierde al apagar; el disco persiste.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documental de quién tuvo la evidencia, cuándo, dónde y qué hizo con ella. Característica: cualquier hueco la invalida.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 de integridad: huella criptográfica (SHA-256) que prueba que un artefacto no cambió. Característica: un solo bit distinto cambia el hash entero.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Bloqueador de escritura (write blocker): hardware o software que permite leer un medio sin escribir en él. Característica: garantiza que el original permanece intacto.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volátil vs. persistente: la volátil (RAM, procesos) muere al apagar; la persistente (disco) sobrevive. Característica: determina la estrategia de adquisición.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Entorno: máquina virtual con Kali Linux o SIFT Workstation (SANS). Trabaja siempre en un laboratorio aislado y con equipos propios o con autorización explícita por escrito.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Herramientas: sha256sum, md5sum, hashdeep, un editor de texto para el formulario de custodia, y una plantilla de cadena de custodia (puedes usar la de NIST o SANS).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Material físico simulado: bolsas antiestáticas con etiqueta, marcador indeleble, cuaderno de notas foliado.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Crea un archivo que simule evidencia adquirida: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dd if=/dev/urandom of=evidencia.img bs=1M count=50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 y guarda su hash de integridad al momento de la "adquisición":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sha256sum evidencia.img | tee evidencia.sha256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formulario de cadena de custodia con estos campos mínimos: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Identificador único del ítem (ej. CASO-2026-001-ITEM-01).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Descripción, fabricante, número de serie.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Enumera, en orden de volatilidad, siete fuentes de evidencia de un portátil encendido.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 plantilla de cadena de custodia con al menos diez campos.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apagar "correctamente" un equipo puede destruir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hashes MD5 y SHA-256 del mismo archivo y explica por qué preferimos SHA-256.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 procedimiento para etiquetar y fotografiar tres dispositivos incautados.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caso: un analista copió archivos con arrastrar-y-soltar desde el disco sospechoso. ¿Qué cinco cosas hizo mal?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Adquiere una imagen de un pendrive propio (o de un archivo .img que crees), documenta su cadena de custodia completa y verifica integridad antes y después de una transferencia simulada.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(a) el .img, (b) su hash SHA-256 en un archivo separado, (c) un formulario de custodia con al menos una transferencia registrada, y (d) la salida de sha256sum -c mostrando OK. Si alteras un byte, la verificación debe fallar y tú debes haberlo documentado.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sha256sum -c responde FAILED inesperadamente — La evidencia se alteró (montaje sin write-blocker). Reinicia desde el original con bloqueo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recuerdas el orden de las acciones — No tomaste notas contemporáneas. Usa un cuaderno foliado o log con marca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tribunal rechaza la evidencia — Hueco en la cadena de custodia. Todo cambio de manos debe estar firmado y fechado.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Hashes distintos en dos herramientas — Rutas o codificación distinta, o el archivo cambió. Verifica que apuntas al mismo objeto.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Zona horaria confusa en el informe — Usaste hora local sin indicar offset. Registra siempre en UTC.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¿Forense e incidente son lo mismo?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La respuesta a incidentes prioriza contener y recuperar rápido; la forense prioriza el rigor y la reconstrucción defendible. DFIR las integra.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¿MD5 sirve todavía?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deduplicación y verificación rápida sí, pero por colisiones conocidas prefiere SHA-256 en evidencia que pueda ir a juicio.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analizar el disco original directamente?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Siempre trabajas sobre una copia forense verificada; el original se preserva con bloqueo de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contamino evidencia sin querer?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800-86 — Guide to Integrating Forensic Techniques into Incident Response: &lt;https://csrc.nist.gov/publications/detail/sp/800-86/final&gt;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 2005.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SWGDE — Best Practices for Digital Evidence Collection: &lt;https://www.swgde.org/&gt;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DFIR — Chain of Custody resources: &lt;https://www.sans.org/&gt;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