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215 — Playbooks de respuesta a incidentes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playbooks de respuesta: procedimientos estructurados y repetibles que guían al equipo paso a paso ante tipos concretos de incidente (phishing, ransomware, cuenta comprometida, malware). Al terminar podrás escribir playbooks accionables e integrarlos con automatización (SOAR).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playbook con fases, roles y puntos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playbooks para incidentes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inteligencia de amenazas y ATT&amp;CK en el playbook.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criterios de escalado y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pasos repetibles con SOAR.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playbook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Anatomía: fases, roles, decisiones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Playbook de phishing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Playbook de ransomware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Playbook de cuenta comprometida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Integración con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SOAR y automatización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procedimiento estructurado para un tipo de incidente. Característica: repetible y accionable, no un ensayo teórico.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Runbook: pasos técnicos detallados de una tarea concreta dentro del playbook. Característica: más granular.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decisión: bifurcación con criterio explícito (p. ej. "¿hay cifrado activo? → sí/no"). Característica: evita improvisar bajo 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Escalado: paso a un nivel superior (líder, legal, dirección). Característica: se dispara por criterios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SOAR: Security Orchestration, Automation and Response. Característica: automatiza tareas repetibles del playbook.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IOC: indicador de compromiso (hash, IP, dominio). Característica: alimenta el bloqueo y la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ATT&amp;CK: matriz de tácticas/técnicas del adversario. Característica: da un lenguaje común para describir el ataque.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Documentación: plantilla de playbook (fases PICERL), diagramas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SOAR/casos: TheHive + Cortex (gratuitos), o Shuffle para automatización.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Inteligencia: MITRE ATT&amp;CK Navigator, MISP para IOCs.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no requiere entorno ofensivo; es diseño de proceso.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tipo de incidente (empieza por phishing) y define su alcance y disparadores.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playbook por fases PICERL. Para detección/identificación, define: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alerta (reporte de usuario, gateway de correo, EDR).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Cómo validar que es phishing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contención, escribe pasos concretos: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el buzón, bloquear el remitente/dominio, buscar quién más lo recibió (búsqueda retroactiva por IOC).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puntos de decisión con criterio: "¿el usuario hizo clic? → sí: revisar credenciales y sesión; no: cerrar".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fase de contención de un playbook de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puntos de decisión para una cuenta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playbook de malware a tres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los criterios de escalado a legal y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tres pasos automatizarías con SOAR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diagrama de flujo del playbook de phishing.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playbook completo para "cuenta de correo corporativa comprometida" con las seis fases PICERL, al menos cuatro puntos de decisión, mapeo a ATT&amp;CK, criterios de escalado y tres pasos marcados como automatizables.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playbook es ejecutable por otra persona sin ayuda, cada fase tiene pasos numerados con responsable, los puntos de decisión tienen criterio explícito, y hay al menos tres técnicas ATT&amp;CK referenciadas.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es teoría, no acción — Faltan pasos concretos. Escribe comandos/acciones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cuándo escalar — Sin criterios de escalado. Defínelos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Puntos de decisión ambiguos — Criterio subjetivo. Hazlos binarios y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desactualizado — Sin mantenimiento. Revísalo tras cada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manual, sin escala — No identificaste tareas automatizables. Marca las repetibles para SOAR.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¿Playbook o runbook?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orquesta la respuesta a un tipo de incidente; el runbook detalla una tarea técnica dentro de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playbooks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los incidentes más frecuentes y dañinos: phishing, ransomware, cuenta comprometida, malware. Amplía según tu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¿SOAR reemplaza al analista?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repetible (enriquecer IOCs, bloquear, notificar) para que el analista se enfoque en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caduquen?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&amp; Brown — Intelligence-Driven Incident Response,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2: &lt;https://csrc.nist.gov/publications/detail/sp/800-61/rev-2/final&gt;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&amp; Cortex: &lt;https://thehive-project.org/&gt;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