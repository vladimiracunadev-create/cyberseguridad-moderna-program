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205 — Análisis de artefactos de Windows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extraer e interpretar los artefactos que Windows deja de la actividad del usuario y del sistema: registro (hives), Prefetch, ShimCache/AmCache, Jump Lists, LNK, Event Logs y ShellBags. Al terminar podrás responder "quién ejecutó qué, cuándo y desde dónde" en un equipo Windows.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y extraer los hives del registro y los principales artefactos.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Prefetch, ShimCache y AmCache como evidencia de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Event Logs para autenticación y creación de procesos.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actividad de usuario con Jump Lists, LNK y ShellBags.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las herramientas de Eric Zimmerman y RegRipper.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Hives del registro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Prefetch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ShimCache / AmCache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Event Logs (EVTX)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Jump Lists y LNK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ShellBags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UserAssist / RecentDocs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Hive del registro: archivo binario (SYSTEM, SOFTWARE, NTUSER.DAT…) con configuración y rastros. Característica: NTUSER.DAT es por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Prefetch: archivos .pf en C:\Windows\Prefetch que aceleran arranque de apps. Característica: registran nombre, conteo y última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ShimCache (AppCompatCache): caché de compatibilidad en el hive SYSTEM. Característica: evidencia de ejecución/presencia, orden no siempre cronológico.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AmCache.hve: hive con hashes SHA-1 y rutas de ejecutables. Característica: útil para identificar binarios maliciosos.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Log 4624/4625: inicio de sesión exitoso/fallido. Característica: base del análisis de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Jump List: historial de archivos por aplicación en la barra de tareas. Característica: revela archivos abiertos recientemente.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ShellBags: preferencias de vista de carpetas en el registro. Característica: prueban que una carpeta fue navegada, incluso si ya no existe.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 Zimmerman's Tools: PECmd (Prefetch), AppCompatCacheParser, AmcacheParser, JLECmd, LECmd, SBECmd, EvtxECmd, Registry Explorer.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RegRipper: parseo masivo de hives.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Extracción: FTK Imager o KAPE para volcar los artefactos de una imagen montada en solo lectura.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usa una imagen de una VM Windows PROPIA donde tú generaste la actividad.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KAPE o FTK Imager, extrae de la imagen: C:\Windows\Prefetch, hives SYSTEM/SOFTWARE/NTUSER.DAT, Amcache.hve y C:\Windows\System32\winevt\Logs.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Prefetch: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PECmd.exe -d Prefetch --csv salida --csvf prefetch.csv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Parsea ShimCache: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AppCompatCacheParser.exe -f SYSTEM --csv salida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Parsea AmCache: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AmcacheParser.exe -f Amcache.hve --csv salida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prueba (y qué no) un archivo Prefetch.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ShimCache de AmCache y di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cinco Event IDs clave y su significado.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Jump List propia y di qué archivos abriste.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con ShellBags que navegaste una carpeta ya borrada.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Cruza tres artefactos para probar la ejecución de un binario concreto.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VM Windows propia, ejecuta un binario "sospechoso" inofensivo (por ejemplo, una copia renombrada de calc.exe en una carpeta rara), luego demuestra su ejecución cruzando al menos tres artefactos independientes.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presentas evidencia de al menos tres fuentes distintas (Prefetch, ShimCache/AmCache, Event 4688, LNK…) que coinciden en nombre, ruta y ventana temporal del binario, con una conclusión escrita.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Prefetch — Prefetch deshabilitado (común en servidores/SSD). Usa ShimCache/AmCache.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ShimCache "desordenada" — Su orden no es estrictamente cronológico. No infieras tiempos exactos de ahí.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Logs vacíos — Rotación o borrado. Busca en backups o en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Registry Explorer no abre el hive — Hive en uso o corrupto. Extrae la copia offline de la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Timestamps en hora local confusa — Convierte todo a UTC con la zona horaria del sistema (hive SYSTEM).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¿Prefetch prueba ejecución?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su existencia indica que el programa se ejecutó, con conteo y última fecha. Ausencia no prueba lo contrario.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¿AmCache tiene hashes?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SHA-1 de ejecutables, muy útil para contrastar contra inteligencia de amenazas.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hive tiene la actividad del usuario?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NTUSER.DAT (por perfil) y UsrClass.dat (ShellBags). SYSTEM/SOFTWARE son de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confiar en los ShellBags?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 Zimmerman's Tools: &lt;https://ericzimmerman.github.io/&gt;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RegRipper: &lt;https://github.com/keydet89/RegRipper3.0&gt;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Windows Forensic Analysis poster (FOR500): &lt;https://www.sans.org/posters/&gt;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Windows event IDs: &lt;https://learn.microsoft.com/windows/security/threat-protection/auditing/&gt;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