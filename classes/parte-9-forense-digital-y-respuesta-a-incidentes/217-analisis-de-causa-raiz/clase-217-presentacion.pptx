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217 — Análisis de causa raíz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determinar la causa raíz de un incidente —no solo el síntoma— usando metodologías como los 5 Porqués, el diagrama de Ishikawa y la reconstrucción de la cadena de ataque (kill chain). Al terminar sabrás distinguir causa próxima de causa raíz y proponer acciones correctivas que eviten la recurrencia.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causa próxima, contribuyente y raíz.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los 5 Porqués e Ishikawa a un incidente.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Reconstruir la cadena de ataque desde el acceso inicial.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Formular acciones correctivas verificables.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 análisis post-incidente sin culpar a personas.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Causa próxima vs. raíz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Los 5 Porqués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Diagrama de Ishikawa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Reconstrucción de kill chain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Cultura blameless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Acciones correctivas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Métricas post-incidente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Causa próxima: el evento inmediato que produjo el daño (p. ej. "se ejecutó el macro"). Característica: visible pero superficial.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Causa raíz: la condición de fondo que permitió todo (p. ej. "no había filtrado de adjuntos ni bloqueo de macros"). Característica: al corregirla, se previenen incidentes futuros.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Causa contribuyente: factor que agravó o facilitó. Característica: no es la raíz, pero importa.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Porqués: preguntar "¿por qué?" iterativamente hasta la raíz. Característica: simple, ideal para causas lineales.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Ishikawa (espina de pescado): agrupa causas por categorías (personas, proceso, tecnología…). Característica: útil para causas múltiples.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Blameless post-mortem: análisis sin culpar individuos. Característica: fomenta honestidad y aprendizaje.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MTTD/MTTR: tiempo medio de detección/respuesta. Característica: métricas de mejora del programa.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Metodologías: plantilla de 5 Porqués, diagrama de Ishikawa, plantilla de post-mortem blameless.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Insumos: la timeline (clase 209), los hallazgos forenses y el mapeo ATT&amp;CK del incidente.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aplicado: análisis, no herramientas ofensivas.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Reúne los hechos: timeline, IOCs, artefactos y el mapeo ATT&amp;CK del ataque.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los 5 Porqués partiendo del impacto. Ejemplo: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se cifraron los archivos? → Se ejecutó ransomware.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se ejecutó? → Un usuario abrió un adjunto con macro.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la macro corrió? → Las macros no estaban bloqueadas por política.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llegó el correo? → El gateway no filtró el adjunto.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escaló a red? → La cuenta tenía privilegios excesivos.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los 5 Porqués a un caso de phishing.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 Ishikawa con cuatro categorías de causa.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Distingue causa próxima y raíz en tres incidentes distintos.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Formula tres acciones correctivas verificables.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MTTD y MTTR de una timeline dada.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Reescribe un post-mortem con culpas en versión blameless.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 el análisis de causa raíz completo de un incidente que investigaste, entregando el árbol de 5 Porqués, el Ishikawa, la kill chain, y al menos tres acciones correctivas que ataquen causas raíz (no síntomas), cada una con criterio de verificación.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acción correctiva ataca una causa raíz identificada (no un síntoma), tiene responsable, fecha y una forma objetiva de verificar que se implementó. El post-mortem no señala a ningún individuo.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Arreglas el síntoma y recurre — Te quedaste en la causa próxima. Sigue preguntando "por qué".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análisis busca culpables — Cultura de culpa. Adopta el enfoque blameless.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Acciones vagas ("mejorar seguridad") — No verificables. Hazlas concretas y medibles.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sola causa asumida — Muchos incidentes tienen varias. Usa Ishikawa.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se implementan las acciones — Sin responsable/fecha. Asígnalos y da seguimiento.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¿Causa próxima o raíz?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próxima es el disparo inmediato; la raíz es la condición de fondo. Corrige la raíz para prevenir recurrencia.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blameless?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culpar oculta la verdad. Un análisis sin culpa obtiene información honesta y mejora el sistema, no castiga a la persona.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¿5 Porqués o Ishikawa?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Porqués para causas lineales; Ishikawa cuando hay múltiples factores por categoría. A menudo se combinan.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¿Para qué sirven MTTD/MTTR?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800-61 Rev. 2 (Lessons Learned): &lt;https://csrc.nist.gov/publications/detail/sp/800-61/rev-2/final&gt;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Lockheed Martin — Cyber Kill Chain: &lt;https://www.lockheedmartin.com/en-us/capabilities/cyber/cyber-kill-chain.html&gt;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Google SRE — Postmortem Culture: &lt;https://sre.google/sre-book/postmortem-culture/&gt;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ATT&amp;CK: &lt;https://attack.mitre.org/&gt;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