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208 — Forense de red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reconstruir lo que pasó en la red durante un incidente a partir de capturas de paquetes (PCAP) y registros de flujo. Al terminar podrás identificar exfiltración, canales de mando y control (C2), tunneling y movimiento lateral usando Wireshark, tshark, Zeek y NetworkMiner.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filtrar tráfico con tcpdump, Wireshark y tshark.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sesiones y extraer archivos transferidos de un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C2, beaconing y exfiltración por DNS/HTTP.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logs de Zeek para hallar anomalías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tráfico legítimo de indicadores de compromiso.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Fuentes: PCAP vs. flujo (NetFlow)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Filtros de captura y display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Reensamblado de sesiones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Extracción de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C2 y beaconing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Exfiltración por DNS/HTTP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Zeek (logs de 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PCAP: captura completa de paquetes. Característica: máximo detalle, pero pesada.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NetFlow/IPFIX: metadatos de flujos (quién habló con quién, cuánto). Característica: liviano y escalable, sin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comunicación periódica de un implante con su C2. Característica: intervalos regulares delatan el patrón.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DNS: exfiltración disfrazada de consultas DNS. Característica: subdominios largos y muchas consultas 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(antes Bro): analizador de red que genera logs estructurados (conn, dns, http, ssl…). Característica: convierte PCAP en tablas analizables.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huellas del handshake TLS. Característica: identifican clientes/servidores incluso cifrados.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Reensamblado de flujo (Follow TCP Stream): reconstruye la conversación de una sesión. Característica: revela credenciales y comandos en claro.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Captura: tcpdump, dumpcap.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Wireshark y tshark, Zeek, NetworkMiner (extracción de archivos), RITA (detección de beaconing sobre logs de Zeek).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Muestras: usa PCAPs propios o datasets públicos de práctica (por ejemplo, capturas de Malware-Traffic-Analysis con fines educativos). Analiza malware solo en laboratorio aislado.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Estadística rápida del PCAP con tshark: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tshark -r captura.pcap -q -z conv,tcp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tráfico HTTP y extrae hosts contactados: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tshark -r captura.pcap -Y "http.request" -T fields -e http.host -e http.request.uri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Wireshark, usa Follow → TCP Stream sobre una sesión sospechosa para ver la conversación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archivos transferidos: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Wireshark: File → Export Objects → HTTP.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en Wireshark solo el tráfico de una IP y un puerto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 archivo transferido por HTTP de un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patrón de beaconing por su periodicidad.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túnel DNS por el volumen y forma de las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zeek-cut para listar las diez conversaciones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puedes y qué no puedes ver en tráfico TLS.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PCAP que contiene un canal C2 con beaconing y una exfiltración de datos, identifica la IP del C2, el intervalo de beaconing y qué se exfiltró.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reportas la IP/puerto del C2, el intervalo aproximado del beacon (con evidencia de la periodicidad), el método de exfiltración (DNS/HTTP) y, si es posible, el contenido o el tamaño de lo exfiltrado.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contenido, solo cifrado — Es TLS. Analiza metadatos (SNI, JA3, tamaños) en vez del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se cuelga con PCAP grande — Demasiado en memoria. Filtra con tshark o divide con editcap.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detectas el beacon — Jitter aleatorio del malware. Analiza distribución de intervalos, no valores exactos.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 Objects vacío — El archivo va fragmentado o cifrado. Prueba NetworkMiner o reensamblado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no genera logs — Ruta o versión incorrecta. Verifica instalación y permisos de escritura.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¿PCAP o NetFlow?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 da detalle total pero no escala; NetFlow escala a toda la red pero sin contenido. En un caso serio usas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descifrar TLS?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tienes las claves o el SSLKEYLOGFILE. Sin ellas, trabajas con metadatos: SNI, certificados, JA3, tamaños y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ve un túnel DNS?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Muchas consultas a un mismo dominio con subdominios largos y aleatorios, a menudo tipo TXT o NULL.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¿Zeek reemplaza a Wireshark?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Wireshark: &lt;https://www.wireshark.org/docs/&gt;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Zeek: &lt;https://docs.zeek.org/&gt;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NetworkMiner: &lt;https://www.netresec.com/?page=NetworkMiner&gt;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(beaconing): &lt;https://github.com/activecm/rita&gt;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