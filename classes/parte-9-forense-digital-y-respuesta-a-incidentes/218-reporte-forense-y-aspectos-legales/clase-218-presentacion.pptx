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218 — Reporte forense y aspectos legales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redactar un informe forense defendible y a manejar los aspectos legales de una investigación: admisibilidad de la evidencia, cadena de custodia documentada, testimonio pericial, y consideraciones de privacidad y notificación (GDPR y leyes locales). Al terminar sabrás producir un informe que se sostenga ante un tribunal y comunicarlo a distintas audiencias.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forense completo y trazable.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hallazgos que separen hechos de opiniones.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Garantizar la admisibilidad y la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el informe a audiencias técnica, ejecutiva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Reconocer obligaciones de privacidad y notificación de brechas.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Estructura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Hechos vs. opinión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Admisibilidad de evidencia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Cadena de custodia en 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Testimonio pericial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Privacidad y notificación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Informe forense: documento que expone método, evidencia y conclusiones. Característica: reproducible por un tercero.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Hecho vs. opinión: el hecho es observable y verificable; la opinión es interpretación fundada. Característica: deben distinguirse siempre.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Admisibilidad: que la evidencia sea aceptada en un proceso. Característica: exige método fiable y custodia intacta.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de manejo de la evidencia. Característica: un hueco puede invalidarla.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Testigo experto: perito que explica hallazgos técnicos al tribunal. Característica: debe ser claro, imparcial y defendible.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Notificación de brecha: obligación legal de informar (p. ej. GDPR: 72 h a la autoridad). Característica: plazos estrictos.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Privacidad: límites sobre qué datos se pueden recolectar/analizar. Característica: varía por jurisdicción y contexto laboral.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informe: portada, resumen ejecutivo, alcance, metodología, hallazgos, línea de tiempo, conclusiones,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Trazabilidad: hashes, capturas y referencias a cada artefacto.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legal: familiarízate con GDPR, y con la normativa de tu país (en Chile, la Ley 19.628 y la Ley 21.459 de delitos informáticos, por ejemplo).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redacción, no herramientas técnicas.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la portada: caso, examinador, fechas, clasificación de confidencialidad.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resumen ejecutivo (media página, sin jerga): qué pasó, impacto y recomendación clave, para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alcance y limitaciones: qué se analizó, qué no y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metodología: herramientas, versiones, procedimientos y hashes de las imágenes.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los hallazgos separando claramente hecho de interpretación. Ejemplo: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Hecho: "El artefacto Prefetch registra la ejecución de x.exe el 2026-07-10 03:14 UTC (SHA-256: …)."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Opinión: "En mi opinión profesional, esto es consistente con la ejecución del malware descrito."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media página para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tres hallazgos separando hecho de opinión.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metodología con herramientas y versiones.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de cadena de custodia de un ítem.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un hallazgo técnico para una audiencia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las obligaciones de notificación bajo GDPR.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informe forense completo de un caso que investigaste, con todas las secciones, hallazgos que distingan hecho de opinión, cadena de custodia trazable y una versión ejecutiva aparte.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permite a un tercero reproducir el análisis (herramientas, versiones, hashes), cada hallazgo separa hecho de interpretación, la cadena de custodia no tiene huecos, y existe un resumen ejecutivo comprensible sin conocimientos técnicos.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tribunal rechaza la evidencia — Custodia rota o método no fiable. Documenta todo y usa procesos reconocidos.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Mezclas hecho y opinión — Se pierde credibilidad. Sepáralos explícitamente.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Dirección no entiende el informe — Demasiada jerga. Añade resumen ejecutivo claro.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puedes reproducir tu análisis — Faltan versiones/comandos. Registra la metodología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Notificaste tarde la brecha — Ignoraste plazos legales. Conoce el marco (72 h en GDPR).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hace admisible la evidencia?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método fiable y documentado, integridad probada por hashes y una cadena de custodia sin huecos.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dar opiniones en el informe?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como perito, pero identificadas como opinión profesional y fundadas en hechos, separadas de estos.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notificar toda brecha?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 la jurisdicción y del dato afectado. GDPR exige notificar a la autoridad en 72 h ciertas brechas de datos personales; consulta la ley local.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¿Cuántas versiones del informe hago?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SWGDE — Best Practices for Digital Forensics: &lt;https://www.swgde.org/&gt;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800-86: &lt;https://csrc.nist.gov/publications/detail/sp/800-86/final&gt;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Reglamento (UE) 2016/679 (GDPR): &lt;https://eur-lex.europa.eu/eli/reg/2016/679/oj&gt;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27037 — Digital evidence handling: &lt;https://www.iso.org/standard/44381.html&gt;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