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216 — Contención, erradicación y recuperación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las tres fases centrales de la respuesta: contener la amenaza sin destruir evidencia, erradicar la causa raíz por completo y recuperar la operación con confianza. Al terminar sabrás decidir entre aislar u observar, eliminar toda la persistencia y validar que el atacante realmente se fue.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la estrategia de contención adecuada (aislar vs. observar).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Preservar evidencia durante la contención.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Erradicar malware y persistencia de forma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Recuperar sistemas con monitoreo reforzado.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que la amenaza fue eliminada antes de cerrar.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Contención corto vs. largo plazo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Aislar vs. observar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Preservar evidencia al contener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Erradicación de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Reconstrucción vs. limpieza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Rotación de credenciales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Recuperación monitorizada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a corto plazo: acción inmediata para frenar la propagación (aislar un host). Característica: rápida, a veces temporal.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a largo plazo: medida estable mientras se erradica (segmentar red, regla de firewall). Característica: mantiene operación sin dar terreno.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vs. observar: cortar al atacante ya, o vigilarlo para ganar inteligencia. Característica: observar arriesga más daño pero revela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eliminar la causa (malware, cuentas, vulnerabilidad, persistencia). Característica: incompleta si queda un solo mecanismo.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mecanismos del atacante para sobrevivir a reinicios (servicios, tareas, claves). Característica: hay que enumerarlos todos.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Reconstrucción (rebuild): reinstalar desde cero. Característica: la única garantía plena tras un compromiso profundo.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Validación: confirmar que no hay actividad maliciosa residual. Característica: monitoreo reforzado por un periodo.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Contención: reglas de firewall/EDR para aislar, VLAN de cuarentena.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EDR (aislar y remediar), autoruns (persistencia Windows), revisión de cron/systemd (Linux).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Credenciales: gestor de secretos, rotación de claves, revocación de sesiones/tokens.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diseño y práctica en laboratorio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Contén el host aislándolo por red sin apagarlo (preservas RAM y estado):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EDR: acción "aislar"; o regla de firewall que solo permita la IP del analista.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erradicar, captura evidencia: volcado de RAM (clase 207) e imagen de disco (clase 203).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 persistencia en Windows con Autoruns: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autorunsc.exe -a  -c &gt; autoruns.csv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servicios, tareas programadas, claves Run, y WMI.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Linux, revisa cron, systemd y perfiles de shell (clase 206) para hallar toda la persistencia.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Decide para tres escenarios si aislar u observar, y justifícalo.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cinco mecanismos de persistencia en 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a veces la única opción es reconstruir.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plan de rotación de credenciales tras un compromiso.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los criterios de validación de erradicación.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contener sin perder la memoria del equipo.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VM comprometida por ti, ejecuta las tres fases: contén preservando evidencia, erradica toda la persistencia (demuestra que la enumeraste completa) y valida la erradicación con criterios explícitos.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documentas (a) cómo aislaste sin perder evidencia, (b) la lista completa de mecanismos de persistencia hallados y eliminados, (c) la rotación de credenciales, y (d) los criterios cumplidos que te permiten declarar erradicado el incidente.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malware reaparece tras limpiar — Quedó persistencia sin eliminar. Enumera TODA con Autoruns/cron/systemd.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Perdiste la RAM al contener — Apagaste el equipo. Aísla por red, no por apagado.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atacante vuelve con la misma clave — No rotaste credenciales. Cámbialas y revoca sesiones.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Limpiaste pero no confías en el host — Compromiso profundo. Reconstruye desde 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Cerraste demasiado pronto — Sin periodo de validación. Monitorea antes de declarar resuelto.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¿Aislar u observar?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Aísla si el riesgo de daño es alto; observa solo si necesitas inteligencia y puedes contener el daño. Ante la duda, aísla.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¿Limpiar o reconstruir?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 compromiso con privilegios altos o rootkits, reconstruye: es la única garantía de que no queda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roto credenciales?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Siempre que el atacante haya podido acceder a ellas: contraseñas, tokens, claves API, secretos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que erradiqué de verdad?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2: &lt;https://csrc.nist.gov/publications/detail/sp/800-61/rev-2/final&gt;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Sysinternals Autoruns: &lt;https://learn.microsoft.com/sysinternals/downloads/autoruns&gt;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Persistence (TA0003): &lt;https://attack.mitre.org/tactics/TA0003/&gt;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Incident Handler's Handbook: &lt;https://www.sans.org/white-papers/33901/&gt;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