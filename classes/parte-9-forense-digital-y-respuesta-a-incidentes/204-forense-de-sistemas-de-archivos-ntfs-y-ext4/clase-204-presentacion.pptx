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194560"/>
            <a:ext cx="8046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0B3D2E"/>
                </a:solidFill>
              </a:rPr>
              <a:t>Clase 204 — Forense de sistemas de archivos: NTFS y ext4</a:t>
            </a:r>
          </a:p>
          <a:p>
            <a:r>
              <a:rPr sz="1600">
                <a:solidFill>
                  <a:srgbClr val="2E8B57"/>
                </a:solidFill>
              </a:rPr>
              <a:t>parte 9 forense digital y respuesta a incidentes</a:t>
            </a:r>
          </a:p>
          <a:p>
            <a:r>
              <a:rPr sz="1200">
                <a:solidFill>
                  <a:srgbClr val="22282E"/>
                </a:solidFill>
              </a:rPr>
              <a:t>Programa de Ciberseguridad Moderna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🎯 Objetivo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Entender la anatomía interna de NTFS y ext4 al nivel que permite hacer forense real: la MFT y sus atributos, marcas de tiempo, el $LogFile y $UsnJrnl en NTFS; inodos, journal y timestamps en ext4. Al terminar podrás reconstruir la historia de un archivo aunque haya sido borrado o manipulado.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📚 Resultados de aprendizaje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Al finalizar, el alumno podrá: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Explicar la estructura de la MFT y sus atributos clave.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Interpretar los timestamps MACB en NTFS y ext4.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Recuperar archivos borrados a partir de metadatos residuales.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Analizar el $UsnJrnl y el journal de ext4 para reconstruir cambios.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Usar The Sleuth Kit para recorrer un sistema de archivos.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🗺️ Temas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1 — MFT y registros de archivo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2 — Atributos $STANDARDINFORMATION y $FILENAME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3 — Timestamps MACB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4 — $LogFile y $UsnJrnl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5 — Inodos y bloques en ext4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6 — Journal de ext4 (jbd2)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7 — Archivos borrados y residuos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📖 Definiciones y características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MFT (Master File Table): base de datos de NTFS donde cada archivo tiene un registro. Característica: incluso los archivos pequeños viven dentro de la MFT (residentes).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$STANDARDINFORMATION: atributo con timestamps que el usuario puede modificar fácilmente. Característica: manipulable por timestomping.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$FILENAME: atributo con timestamps que solo el kernel actualiza. Característica: útil para detectar manipulación de tiempos.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MACB: Modified, Accessed, Changed/Created, Born. Característica: cuatro marcas que permiten ordenar eventos.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$UsnJrnl: Update Sequence Number Journal, registra cambios en archivos. Característica: revela creaciones/borrados recientes.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Inodo (ext4): estructura con metadatos y punteros a bloques de datos. Característica: al borrar, ext4 suele limpiar punteros (dificulta recuperar).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Journal (jbd2): registro de transacciones de ext4. Característica: puede conservar metadatos ya sobrescritos.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🧰 Herramientas y preparación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The Sleuth Kit (TSK): fls, istat, icat, mmls, fsstat, mactime.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NTFS específico: analyzeMFT.py, MFTECmd (Eric Zimmerman), UsnJrnl2Csv.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ext4: debugfs, extundelete.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Entorno: monta las imágenes en solo lectura. Trabaja sobre imágenes propias creadas en la clase anterior.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🧪 Laboratorio guiado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Examina la tabla de particiones: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mmls caso001.dd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Muestra estadísticas del sistema de archivos: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fsstat -o 2048 caso001.dd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Lista archivos incluyendo borrados (marcados con ):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fls -r -o 2048 caso001.dd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Inspecciona un inodo/registro MFT concreto: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✍️ Ejercicios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Explica la diferencia entre timestamps residentes y no residentes en la MFT.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Detecta timestomping comparando $SI y $FN en una MFT de ejemplo.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Recupera un archivo borrado propio con icat y verifica su contenido.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Interpreta el significado de cada letra en MACB con un ejemplo.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Usa debugfs para listar los inodos borrados de una imagen ext4.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Compara cómo NTFS y ext4 manejan el borrado de un archivo.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📝 Reto verificable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 partir de una imagen NTFS propia donde borraste un archivo y le manipulaste los tiempos, demuestra con evidencia de la MFT que hubo timestomping y recupera el contenido original del archivo borrado.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Criterio de aceptación: presentas (a) el archivo recuperado con icat, (b) una comparación $SI vs $FN que muestra la incoherencia de timestamps, y (c) una explicación de por qué esa incoherencia indica manipulación.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⚠️ Errores comunes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fls no muestra offset correcto — Falta -o con el sector de inicio de la partición. Sácalo de mmls.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icat devuelve datos basura — El inodo fue reasignado; los bloques ya se sobrescribieron.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Timestamps "imposibles" (futuro) — Timestomping o reloj alterado. Contrasta con $FN.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extundelete no recupera nada — ext4 limpió los punteros del inodo. Prueba carving (clase 214).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MFTECmd no encuentra $MFT — Debes extraer $MFT con FTK Imager primero.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❓ Preguntas frecuentes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¿Por qué hay dos juegos de timestamps en NTFS?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$STANDARDINFORMATION lo actualizan apps y usuarios; $FILENAME solo el kernel. Compararlos delata manipulación.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¿ext4 conserva archivos borrados?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Menos que NTFS: suele limpiar los punteros del inodo. A veces el journal ayuda, y siempre queda el carving.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¿Qué es un archivo residente?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Uno tan pequeño que sus datos caben dentro del propio registro de la MFT, sin ocupar clusters aparte.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¿El $UsnJrnl está siempre activo?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🔗 Referencias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Carrier, B. — File System Forensic Analysis, Addison-Wesley 2005.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The Sleuth Kit: &lt;https://www.sleuthkit.org/&gt;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Eric Zimmerman's Tools (MFTECmd): &lt;https://ericzimmerman.github.io/&gt;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Microsoft — NTFS documentation: &lt;https://learn.microsoft.com/windows-server/storage/file-server/ntfs-overview&gt;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