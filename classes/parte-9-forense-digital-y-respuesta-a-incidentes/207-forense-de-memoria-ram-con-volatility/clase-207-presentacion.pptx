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207 — Forense de memoria RAM con Volatility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adquirir y analizar volcados de memoria RAM con Volatility 3 para descubrir lo que el disco no revela: procesos ocultos, conexiones de red activas, inyección de código, malware sin archivo y credenciales en memoria. Al terminar podrás cazar amenazas que solo viven en 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volcados de memoria en Windows y Linux de forma 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procesos, DLLs, handles y conexiones desde un volcado.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inyección de código y procesos ocultos.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ejecutables y artefactos de la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Volatility 3 con sus plugins principales.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la RAM importa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Adquisición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procesos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Conexiones de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Inyección de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Extracción de binarios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de ocultamiento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de memoria: copia del contenido de la RAM en un momento dado. Característica: es la evidencia más volátil; se pierde al apagar.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fileless: código que se ejecuta solo en memoria sin tocar disco. Característica: invisible para antivirus basados en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de código: introducir código en el espacio de otro proceso. Característica: se detecta por regiones de memoria RWX inesperadas.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DKOM (Direct Kernel Object Manipulation): técnica de rootkit que oculta procesos alterando estructuras del kernel. Característica: pslist no lo ve, psscan sí.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pslist vs psscan: el primero recorre la lista enlazada de procesos; el segundo escanea memoria por firmas. Característica: la discrepancia delata ocultamiento.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malfind: plugin que busca regiones de memoria sospechosas (RWX). Característica: detector clásico de inyección.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/ símbolos: metadatos del kernel para interpretar estructuras. Característica: Volatility 3 los descarga automáticamente.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 FTK Imager o WinPmem (Windows), AVML o LiME (Linux).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Volatility 3 (Python 3). Instala con pip install volatility3.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Muestras: usa un volcado de una VM propia o los volcados de práctica públicos (por ejemplo, imágenes de entrenamiento de Volatility). Nunca ejecutes malware fuera de un laboratorio aislado y desechable.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la memoria (Windows, WinPmem):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winpmemmini.exe memoria.raw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 con AVML: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./avml memoria.lime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procesos: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 -f memoria.raw windows.pslist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procesos ocultos comparando con psscan: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se adquiere RAM antes que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proceso oculto comparando pslist y psscan.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conexión de red sospechosa con netscan.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malfind para hallar una región RWX inyectada.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ejecutable de un proceso malicioso de la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línea de comandos de un proceso con cmdline.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 volcado de memoria (propio o de entrenamiento) que contenga un proceso malicioso inyectado, identifícalo, documenta cómo lo detectaste y extrae su código para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el PID y nombre del proceso malicioso, (b) la evidencia de inyección (salida de malfind con región RWX), (c) su conexión de red si la hay, y (d) el binario extraído con dumpfiles.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Unsatisfied requirement / símbolos — Volatility no halló símbolos del kernel. Deja que los descargue o provee el ISF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pslist no ve el malware — Ocultamiento por DKOM. Usa psscan.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corrupto o truncado — Adquisición interrumpida. Repite con la máquina estable.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Plugins de Vol 2 no funcionan — Sintaxis distinta en Vol 3. Usa windows.&lt;plugin&gt;.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netscan vacío — Volcado de un SO no soportado o muy antiguo. Verifica la versión.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¿Volatility 2 o 3?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es el estándar actual, en Python 3 y con descarga automática de símbolos. 2 sigue vivo por compatibilidad con plugins antiguos.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malware fileless?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memoria: procesos sin archivo en disco, inyección RWX (malfind), y PowerShell/WMI en cmdline. El disco no lo mostraría.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sacar contraseñas de la RAM?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veces sí (hashes, tokens, incluso texto plano). Trátalas como datos sensibles y protégelas.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pslist y psscan difieren?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Levy, Walters — The Art of Memory Forensics, Wiley 2014.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Foundation: &lt;https://www.volatilityfoundation.org/&gt;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docs: &lt;https://volatility3.readthedocs.io/&gt;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WinPmem / AVML: &lt;https://github.com/Velocidex/WinPmem&gt; · &lt;https://github.com/microsoft/avml&gt;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