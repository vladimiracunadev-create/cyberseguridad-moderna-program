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206 — Análisis de artefactos de Linux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dónde vive la evidencia en un sistema Linux comprometido: logs de sistema (syslog/journald), historial de shell, cron/systemd timers, cuentas y autenticación, y persistencia común de atacantes. Al terminar podrás reconstruir la actividad de un usuario y de un intruso en Linux.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logs de autenticación y sistema en /var/log y journald.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actividad de usuario con historiales de shell y timestamps.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mecanismos de persistencia (cron, systemd, rc, bashrc).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cuentas, sudoers y claves SSH sospechosas.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artefactos para trazar una intrusión.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/var/log y syslog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journald (systemd)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auth.log / secure y wtmp/btmp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Historial de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cron y systemd timers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Cuentas, sudoers, SSH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Timestamps y stat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syslog: sistema clásico de logs de texto en /var/log. Característica: legible con herramientas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journald: registro binario de systemd, se lee con journalctl. Característica: incluye metadatos ricos y es más difícil de manipular en texto plano.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wtmp/btmp/lastlog: registros binarios de logins exitosos, fallidos y último acceso. Característica: se leen con last, lastb, lastlog.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Historial de shell: ~/.bashhistory, ~/.zshhistory. Característica: puede tener timestamps si HISTTIMEFORMAT está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 / systemd timer: tareas programadas. Característica: vías comunes de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authorizedkeys: claves SSH que permiten acceso sin contraseña. Característica: una clave añadida es señal de backdoor.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stat: muestra timestamps atime/mtime/ctime de un archivo. Característica: base del timeline en Linux.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Nativas: journalctl, last, lastb, grep, stat, ausearch (auditd).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The Sleuth Kit para montar la imagen, log2timeline/plaso para timeline.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una imagen de una VM Linux propia. Monta en solo lectura: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mount -o ro,noexec,nodev imagen.dd /mnt/evidencia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autenticación (SSH, sudo):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grep -Ei "accepted|failed|sudo" /mnt/evidencia/var/log/auth.log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logins con los registros binarios: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last -f /mnt/evidencia/var/log/wtmp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lastb -f /mnt/evidencia/var/log/btmp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journald offline: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journalctl --directory=/mnt/evidencia/var/log/journal --no-pager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auth.log todos los logins SSH exitosos y su IP de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ataque de fuerza bruta contando fallos en btmp.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tarea cron maliciosa que tú mismo plantaste.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cuenta con UID 0 distinta de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atime, mtime y ctime.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secuencia de comandos de un usuario desde su historial.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Linux propia, simula una intrusión (crea un usuario extra con UID 0, añade una clave SSH y un cron de persistencia) y luego, desde la imagen, detecta y documenta los tres mecanismos.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informe identifica el usuario malicioso, la clave SSH añadida y la tarea de persistencia, cada uno con la ruta del artefacto, el timestamp relevante y el comando que lo reveló.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.bashhistory vacío — Atacante lo borró o usó unset HISTFILE. Busca en journald o timeline.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journalctl no lee la carpeta — Falta --directory correcto o journal corrupto. Verifica la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alterados — El atacante usó touch. Contrasta con ctime y con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Montaste con exec — Riesgo de ejecutar malware. Usa siempre ro,noexec,nodev.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los logins — Logs rotados/comprimidos. Descomprime auth.log..gz.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¿journald reemplaza a syslog?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Coexisten. journald es el estándar en systemd; muchos sistemas también reenvían a syslog en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historial de shell tiene fechas?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HISTTIMEFORMAT estaba configurado. Si no, tienes el orden pero no la hora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persistencia?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cron, systemd timers/services, rc.local, perfiles de shell, y authorizedkeys. Compara contra un baseline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¿ctime se puede falsificar?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&lt;https://csrc.nist.gov/publications/detail/sp/800-86/final&gt;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systemd journald docs: &lt;https://www.freedesktop.org/software/systemd/man/journalctl.html&gt;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Kit: &lt;https://www.sleuthkit.org/&gt;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Linux forensics resources: &lt;https://www.sans.org/blog/&gt;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