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058 — Generación de aleatoriedad segura (CSPRNG)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por qué la aleatoriedad es el cimiento silencioso de toda la criptografía: claves, nonces, IVs, salts y tokens dependen de ella. El alumno aprenderá la diferencia entre un PRNG estadístico (predecible) y un CSPRNG (criptográficamente seguro), de dónde viene la entropía del sistema operativo, y por qué fallos de aleatoriedad han roto sistemas reales (Debian OpenSSL 2008, claves RSA con primos compartidos).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PRNG estadístico de CSPRNG y sus garantías.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fuentes de entropía del sistema operativo.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claves, nonces y tokens con APIs seguras (secrets, os.urandom).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fallos históricos por mala aleatoriedad.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anti-patrones como sembrar con el tiempo o usar random para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Entropía y fuentes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PRNG vs CSPRNG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/dev/urandom y getrandom()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DRBG (SP 800-90A)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APIs seguras (secrets)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Fallos famosos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Pruebas de aleatoriedad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Entropía: medida de imprevisibilidad. El SO la recolecta de eventos físicos (interrupciones, ruido de hardware).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PRNG (estadístico): genera secuencias que "parecen" aleatorias pero son predecibles si conoces el estado/semilla (p. ej. Mersenne Twister). No para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CSPRNG: PRNG que, aun conociendo salidas previas, no permite predecir las siguientes ni recuperar el estado. Base de claves y nonces.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DRBG: generador determinista por bits recomendado por NIST (HashDRBG, HMACDRBG, CTRDRBG); se re-siembra con entropía.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getrandom() / /dev/urandom: interfaz del kernel que entrega bytes de un CSPRNG bien sembrado.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Semilla (seed): valor inicial; si es predecible (p. ej. el tiempo), toda la salida lo 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Sesgo: desviación de la uniformidad; se detecta con pruebas estadísticas (Dieharder, NIST STS).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python3 -c "import secrets; print('ok')"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which rngtest dieharder 2&gt;/dev/null || echo "opcional"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trabajo es local y de análisis.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material aleatorio seguro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os, secrets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= os.urandom(32)             # 256 bits para AES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= os.urandom(12)             # nonce GCM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= secrets.tokenurlsafe(32)  # token de 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print(clave.hex(), token)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Contraejemplo predecible. Muestra que random.seed(tiempo) + random.getrandbits produce salidas reproducibles si el atacante conoce el instante; concluye que random no sirve para seguridad.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random y secrets en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token de recuperación de 256 bits y razona su espacio.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incidente de claves RSA con primos compartidos (factorización por MCD).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el kernel recolecta entropía en el arranque.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que sembrar con time() produce salidas predecibles.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 una prueba estadística sobre dos fuentes y compara resultados.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utilidad que genere claves, nonces y tokens exclusivamente con un CSPRNG, y un test que verifique ausencia de repeticiones en una gran muestra de nonces y una distribución de bits cercana a 50/50. Criterio de aceptación: la muestra no presenta nonces repetidos y la proporción de unos/ceros se desvía menos de un umbral razonable; el código no usa ningún PRNG estadístico.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Claves reproducibles — Semilla predecible; usa os.urandom/secrets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 de random/rand() para claves — No es CSPRNG; sustitúyelo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Nonces repetidos — Generación insegura; usa CSPRNG o contador único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Baja entropía en arranque — Bloquea hasta sembrar (getrandom) o añade fuente de hardware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tokens de sesión — Genera uno nuevo por sesión con suficiente longitud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¿/dev/urandom o /dev/random?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 moderno, urandom/getrandom() es la elección correcta una vez sembrado; random puede bloquear innecesariamente.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bits necesito para un token?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128 bits (16 bytes) de aleatoriedad real; 256 bits para márgenes amplios.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mala aleatoriedad es tan peligrosa?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compromete claves y nonces de golpe; un CSPRNG débil hace inútil el mejor algoritmo.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800-90A Rev.1 (DRBG) — &lt;https://csrc.nist.gov/publications/detail/sp/800-90a/rev-1/final&gt;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Heninger et al., "Mining Your Ps and Qs" — &lt;https://factorable.net/&gt;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Debian OpenSSL predictable PRNG (CVE-2008-0166).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