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046 — Historia y fundamentos de la criptografía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qué problemas resuelve la criptografía, cómo evolucionó de los cifrados clásicos (sustitución, transposición, Vigenère, Enigma) a la criptografía moderna, y asimilar los principios que rigen todo el resto de la parte: el principio de Kerckhoffs, el modelo de amenaza, la diferencia entre confidencialidad, integridad y autenticidad, y por qué "no inventes tu propia cripto".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los cuatro objetivos de seguridad: confidencialidad, integridad, autenticación y no repudio.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 y descifrar con cifrados clásicos (César, Vigenère) y explicar por qué son inseguros hoy.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principio de Kerckhoffs para evaluar la seguridad de un diseño.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qué es un modelo de amenaza y por qué la seguridad depende de él.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Justificar por qué el secreto debe residir en la clave y no en el algoritmo.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Objetivos de la criptografía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Cifrados clásicos (sustitución, transposición)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Vigenère y su ruptura (Kasiski)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Enigma y la criptografía de la II Guerra Mundial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Principio de Kerckhoffs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Modelo de amenaza y del adversario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Cripto simétrica vs asimétrica (panorama)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Confidencialidad: garantía de que solo las partes autorizadas leen el mensaje. Se logra con cifrado. Característica clave: no impide por sí sola la manipulación.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Integridad: garantía de que el mensaje no fue alterado. Se logra con hashes y MAC. Característica: detecta cambios, no los previene.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Autenticación: garantía del origen del mensaje o la identidad de una parte. Se logra con MAC y firmas.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Principio de Kerckhoffs: un sistema debe ser seguro aunque todo sobre él, excepto la clave, sea público. Contrasta con "seguridad por oscuridad".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de amenaza: descripción explícita de qué capacidades tiene el atacante (¿ve el texto cifrado? ¿elige textos? ¿tiene tiempo cuántico?).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Espacio de claves: número total de claves posibles. Determina la resistencia a fuerza bruta (128 bits ≈ 3.4×10³⁸).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Texto plano / texto cifrado: entrada legible y salida cifrada de un algoritmo.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Trabajaremos en un entorno de laboratorio aislado (máquina virtual o contenedor propio). Herramientas: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python3 --version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pycipher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se requiere red externa. Todos los ejercicios son locales.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César en Python. Implementa un desplazamiento y verifica que el espacio de claves (25) es trivial de romper: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 cesar(texto, k):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return ''.join(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chr((ord(c) - 65 + k) % 26 + 65) if c.isalpha() else 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 c in texto.upper()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print(cesar("ATAQUE AL AMANECER", 3))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bruta. Recorre las 26 claves e imprime todas las salidas; observa que un humano identifica la correcta al instante.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Descifra a mano WKLV LV D WHVW sabiendo que es César.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función que rompa Vigenère dada la longitud de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modelo de amenaza para una app de chat: define atacante, capacidades y activos.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por qué la "seguridad por oscuridad" falló en un caso real (p. ej. cifrados propietarios rotos).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espacio de claves de César, DES (56 bits) y AES-128; expresa cuántas veces mayor es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cifrado de transposición columnar y descíbelo con criptoanálisis.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rompedor automático de cifrado por sustitución monoalfabética usando análisis de frecuencias y bigramas. Criterio de aceptación: dado un texto cifrado en español de al menos 500 caracteres, tu programa recupera al menos el 90 % del texto plano sin conocer la clave, mostrando el mapeo deducido.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 cifrado es seguro porque nadie conoce el algoritmo" — Viola Kerckhoffs; asume que el algoritmo se filtrará y basa la seguridad en la clave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frecuencias no funciona — Texto demasiado corto; necesita muestra suficiente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codificación (Base64) con cifrado — Base64 no oculta nada; es reversible sin clave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"Doble ROT13 = más seguro" — ROT13 es su propia inversa; doble no cifra nada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Reusar clave de Vigenère en muchos mensajes — Facilita Kasiski y correlación entre textos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¿Sigue siendo útil estudiar cifrados clásicos?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Sí: enseñan intuición sobre patrones, frecuencias y por qué las primitivas modernas están diseñadas para eliminar esas estructuras.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significa que un cifrado sea "seguro"?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ningún atacante dentro del modelo de amenaza definido puede romperlo con recursos razonables. La seguridad siempre es relativa a un adversario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"no hagas tu propia cripto"?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los errores sutiles (nonces, padding, timing) rompen esquemas que parecen correctos; usa librerías auditadas.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Cryptography, cap. 1 — &lt;https://nostarch.com/serious-cryptography-2nd-edition&gt;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Ferguson, Schneier, Kohno, Cryptography Engineering, cap. 1–2.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Singh, The Code Book (divulgación histórica).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NIST, "Cryptographic Standards and Guidelines" — &lt;https://csrc.nist.gov/&gt;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