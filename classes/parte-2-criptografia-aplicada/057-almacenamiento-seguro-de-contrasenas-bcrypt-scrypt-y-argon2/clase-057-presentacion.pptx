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057 — Almacenamiento seguro de contraseñas: bcrypt, scrypt y Argon2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almacenar contraseñas de forma resistente a cracking usando funciones de derivación de clave lentas y con memoria intensiva (bcrypt, scrypt, Argon2), y por qué usar SHA-256 o MD5 para contraseñas es un error grave. El alumno entenderá el papel del salt, el pepper, el factor de coste y estimará el coste real de un ataque con hashcat en un entorno de laboratorio.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las contraseñas requieren funciones lentas, no hashes rápidos.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salt (único por usuario) y pepper (secreto global) correctamente.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parámetros de coste de bcrypt/scrypt/Argon2.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Almacenar y verificar contraseñas con Argon2id en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Estimar el coste de un ataque de diccionario/fuerza bruta con hashcat.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no SHA-256 para contraseñas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Salt (por usuario)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Pepper (secreto global)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bcrypt y factor de coste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scrypt y Argon2 (memory-hard)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Verificación en tiempo constante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Ataques con hashcat (lab)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de derivación de clave (KDF) para contraseñas: función lenta y ajustable que transforma la contraseña en un hash. Característica: coste configurable para frenar ataques.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Salt: valor aleatorio único por usuario almacenado junto al hash; impide rainbow tables y colisiones entre usuarios con igual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Pepper: secreto global no almacenado en la base de datos (en HSM/KMS); añade una capa que el atacante no obtiene con solo el 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bcrypt: KDF basada en Blowfish con factor de coste (rondas). Limitada a 72 bytes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scrypt: KDF con coste de memoria, dificultando ataques con hardware especializado.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Argon2id: ganador del Password Hashing Competition; recomendado por defecto; combina resistencia a GPU y a side-channels.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hashcat: herramienta de recuperación de contraseñas (para auditar la fortaleza de tus propios hashes).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argon2-cffi bcrypt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--version 2&gt;/dev/null || echo "instala hashcat para el lab de auditoría"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únicamente hashes y contraseñas de prueba generados por 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Hashea y verifica con Argon2id: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argon2 import PasswordHasher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ph = PasswordHasher(timecost=3, memorycost=65536, parallelism=4)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 = ph.hash("contraseña-de-prueba")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print(h)                     # incluye salt y parámetros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ph.verify(h, "contraseña-de-prueba")   # True o excepción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bcrypt con factor de coste: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salt único por usuario derrota las rainbow 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¿Dónde debe guardarse el pepper y por qué no en la misma base de datos?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tiempo de cracking de SHA-256 vs Argon2id para la misma wordlist.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Calibra Argon2id para ~300 ms por hash en tu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bcrypt trunca a 72 bytes y cómo afecta a contraseñas largas.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política de migración de hashes SHA-256 heredados a Argon2id.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módulo de registro/login que almacene contraseñas con Argon2id (salt automático, parámetros calibrados) y verifique en tiempo constante, más un migrador que rehashee credenciales antiguas al iniciar sesión. Criterio de aceptación: dos usuarios con la misma contraseña tienen hashes distintos, la verificación acepta la correcta y rechaza la incorrecta, y las cuentas legacy se actualizan transparentemente.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Contraseñas con SHA-256/MD5 — Demasiado rápidas; migra a Argon2id/bcrypt/scrypt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 reutilizado o global — Debilita; usa salt aleatorio por usuario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Factor de coste demasiado bajo — Fácil de crackear; calíbralo a cientos de ms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hashes con == — Timing; usa la verificación de la librería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bcrypt con contraseña &gt;72 bytes — Se trunca; considera pre-hash o Argon2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elijo: bcrypt, scrypt o Argon2?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Argon2id por defecto en diseños nuevos. bcrypt sigue siendo aceptable; scrypt es válido donde ya se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salt debe ser secreto?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el salt puede ser público (se guarda con el hash). Lo secreto es el pepper.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"cifrar" contraseñas en vez de hashearlas?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hashea con una KDF. Cifrar implica poder descifrar, un riesgo innecesario para autenticación.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Password Storage Cheat Sheet — &lt;https://cheatsheetseries.owasp.org/cheatsheets/PasswordStorageCheatSheet.html&gt;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9106 (Argon2) — &lt;https://www.rfc-editor.org/rfc/rfc9106&gt;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— &lt;https://hashcat.net/hashcat/&gt;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