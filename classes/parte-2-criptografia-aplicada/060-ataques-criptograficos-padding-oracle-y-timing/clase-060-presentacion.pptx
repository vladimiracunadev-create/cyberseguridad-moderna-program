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060 — Ataques criptográficos: padding oracle y timing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que la mayoría de los sistemas criptográficos no se rompen atacando el algoritmo, sino explotando su implementación. El alumno estudiará dos familias emblemáticas: el ataque de padding oracle (descifrar sin la clave abusando de mensajes de error de padding en CBC) y los ataques de canal lateral por tiempo (deducir secretos midiendo cuánto tarda una operación). Ambos se practican solo en un servicio de laboratorio propio.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un padding oracle permite descifrar CBC byte a byte.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un oráculo vulnerable de laboratorio y atacarlo de forma controlada.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ataques de timing sobre comparaciones y operaciones cripto.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mitigaciones: AEAD, verificación en tiempo constante, mensajes de error uniformes.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por qué "fallar cerrado y en tiempo constante" es esencial.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Ataques a la implementación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Padding PKCS#7 y su verificación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Padding oracle paso a paso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Ataques de timing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Comparación en tiempo constante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AEAD como defensa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Casos reales (POODLE, Lucky13)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Canal lateral (side-channel): fuga de información por medios ajenos al algoritmo (tiempo, energía, errores). Característica: rompe cripto teóricamente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Padding oracle: servicio que revela (por error o comportamiento) si el padding de un texto descifrado es válido, permitiendo recuperar el plano.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PKCS#7: esquema de relleno en CBC; su verificación distinta de otros errores crea el oráculo.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timing: se infiere un secreto midiendo diferencias de tiempo de ejecución (p. ej. comparación con salida temprana).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Tiempo constante: código cuyo tiempo no depende de datos secretos; imprescindible en comparaciones y operaciones con claves.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Fallar cerrado: rechazar sin distinguir causas ni entregar datos parciales.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Lucky 13 / POODLE: ataques reales que explotaron padding y timing en TLS/CBC.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cryptography flask requests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el oráculo en localhost. No apuntes las herramientas a ningún host externo.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un oráculo vulnerable (laboratorio propio). Un pequeño servicio Flask descifra AES-CBC y responde "padding OK" o "padding inválido". Ese comportamiento distinguible es el oráculo.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padding oracle. Implementa el ataque clásico: para cada bloque, manipula el bloque previo byte a byte hasta que el oráculo indique padding válido; despeja el "intermediate value" y recupera el texto plano. Recupera un mensaje completo sin conocer la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Mitígalo con AEAD. Reescribe el servicio con AES-GCM: ahora cualquier manipulación falla con InvalidTag de forma uniforme y el ataque deja de funcionar.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Timing en comparación de tokens. Implementa una comparación byte a byte con salida temprana y mide (con muchas repeticiones) que un token con más prefijo correcto tarda un poco más. Sustitúyela por hmac.comparedigest y comprueba que la diferencia desaparece.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las mitigaciones: AEAD, errores uniformes, comparación constante, y no exponer distinciones de fallo.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CBC + verificación de padding revela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 un bloque con el oráculo de tu laboratorio y describe cada paso.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empíricamente una diferencia de timing en una comparación ingenua.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el servicio con AEAD y verifica que el ataque falla.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Lucky 13 explotó timing en el MAC de TLS-CBC.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cómo unificar mensajes de error para no filtrar la causa.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oráculo de padding de laboratorio y recupera un texto plano completo sin la clave; luego aplica una mitigación (migrar a AEAD) y demuestra que el mismo ataque ya no recupera nada. Criterio de aceptación: entregas el texto plano recuperado en la versión vulnerable y muestras que, tras migrar a AES-GCM, el atacante solo obtiene InvalidTag sin información útil.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Mensajes de error distintos para padding vs MAC — Crea un oráculo; unifica errores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Comparación de tags con salida temprana — Timing; usa comparedigest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CBC sin autenticación — Vulnerable a padding oracle; usa AEAD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Logs que revelan la causa del fallo — Fuga; registra sin distinguir para el cliente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Descifrar antes de verificar integridad — Procesas datos manipulables; verifica primero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con "esconder" los mensajes de error?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el timing u otros canales siguen filtrando. La solución real es AEAD y tiempo constante, no ocultar síntomas.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AEAD elimina el padding oracle?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verifica el tag antes de tocar el padding y falla de forma uniforme, sin revelar validez de relleno.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ataques de timing son realistas por red?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Sí; con suficientes mediciones y estadística se explotan incluso a través de la red (Lucky 13 lo demostró).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Vaudenay, "Security Flaws Induced by CBC Padding" (padding oracle original).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AlFardan &amp; Paterson, "Lucky Thirteen" — &lt;http://www.isg.rhul.ac.uk/tls/Lucky13.html&gt;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4 y 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OWASP, "Padding Oracle Attack".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