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065 — Implementaciones seguras y errores criptográficos comunes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Cerrar la parte con la lección que unifica todo lo anterior: la criptografía se rompe en la implementación, no en las matemáticas. El alumno recopilará el catálogo de errores criptográficos comunes (los del OWASP A02 "Cryptographic Failures"), aprenderá a auditarlos y evitarlos, y consolidará las reglas de oro: usa librerías auditadas, AEAD por defecto, nonces únicos, aleatoriedad segura, comparación en tiempo constante y no inventes tu propia cripto.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los fallos criptográficos más comunes y su causa raíz.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un fragmento de código en busca de anti-patrones cripto.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las reglas de oro de implementación segura.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Elegir las primitivas por defecto correctas para cada necesidad.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herramientas de detección (linters cripto, escáneres de secretos).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OWASP A02 Cryptographic Failures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Primitivas obsoletas (DES, MD5, ECB, RC4)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Nonces/IV mal gestionados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Aleatoriedad y claves hardcodeadas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Falta de autenticación (sin AEAD/MAC)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Comparaciones no constantes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Reglas de oro y "criptoagilidad"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Cryptographic Failures (OWASP A02): categoría que agrupa el uso de cripto débil, mal configurada o ausente que expone datos sensibles.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Criptoagilidad: capacidad de un sistema para cambiar algoritmos y claves sin rediseñarse; clave para la migración PQC.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Anti-patrón cripto: práctica insegura recurrente (ECB, IV fijo, clave en código, hash rápido para contraseñas, comparación con ==).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Defaults seguros: elegir de fábrica AEAD, KDFs lentas y curvas modernas para que el camino fácil sea el correcto.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Superficie de implementación: todo el código que rodea la primitiva (padding, parsing, manejo de errores) donde suelen estar los bugs.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Fail closed: ante error, denegar sin exponer datos ni detalles.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Gestión del ciclo de vida de claves: generación, distribución, rotación y destrucción seguras.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cryptography bandit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which gitleaks semgrep 2&gt;/dev/null || echo "opcional: escáneres estáticos"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Auditoría sobre código propio o autorizado.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Auditoría de código guiada. Toma este fragmento vulnerable y detecta todos los fallos: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import hashlib, random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KEY = b"1234567890123456"           # clave hardcodeada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 cifrar(m):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from cryptography.hazmat.primitives.ciphers import Cipher, algorithms, modes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iv = b"\x00"  16                # IV fijo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 = Cipher(algorithms.AES(KEY), modes.ECB())  # ECB, sin auth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siete anti-patrones cripto y su corrección.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Reescribe el fragmento vulnerable del laboratorio de forma segura.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bandit y explica cada advertencia relevante.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formato de mensaje cifrado con versión para criptoagilidad.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 una configuración TLS y una de almacenamiento de contraseñas juntas.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guía interna de "reglas de oro cripto" para tu equipo.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 módulo con al menos cinco fallos criptográficos (el del laboratorio u otro que construyas) y entrégalo corregido: AEAD, nonces del CSPRNG, claves fuera del código, Argon2id para contraseñas y comparaciones en tiempo constante, con versión de formato para criptoagilidad. Criterio de aceptación: bandit no reporta fallos cripto de severidad media/alta en el módulo corregido, los tests de cifrado/descifrado y de autenticación pasan, y ninguna clave o secreto aparece en el código.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Clave/secreto en el repositorio — Muévelo a KMS/Vault/variables; escanea el histórico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ECB o cifrado sin autenticar — Usa AEAD (GCM/ChaCha20-Poly1305)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IV/nonce fijo o reutilizado — Genera con CSPRNG; garantiza unicidad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MD5/SHA-1/DES/RC4 en uso — Sustituye por SHA-256/3, AES-GCM, Argon2id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Comparaciones con == de secretos — Usa comparedigest/verificadores de la librería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"Cripto propia" sin auditar — Usa librerías estándar bien mantenidas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regla más importante?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inventes tu propia cripto: usa primitivas y librerías auditadas con defaults seguros (AEAD, KDFs lentas, curvas modernas).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detecto estos fallos a escala?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Combina revisión manual con escáneres (bandit, semgrep, gitleaks) integrados en CI, y auditorías periódicas de TLS y almacenamiento.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la criptoagilidad y por qué me importa ahora?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Poder cambiar algoritmos y claves sin rediseñar; será imprescindible en la migración post-cuántica y ante cualquier primitiva que se debilite.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Top 10 A02:2021 Cryptographic Failures — &lt;https://owasp.org/Top10/A022021-CryptographicFailures/&gt;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Ferguson, Schneier, Kohno, Cryptography Engineering (todo el libro).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Wong, Real-World Cryptography, cap. 8, 13 y 16.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Cryptographic Storage Cheat Sheet — &lt;https://cheatsheetseries.owasp.org/cheatsheets/CryptographicStorageCheatSheet.html&gt;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