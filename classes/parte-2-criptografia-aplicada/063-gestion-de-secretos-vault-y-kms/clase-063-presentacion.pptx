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063 — Gestión de secretos: Vault y KMS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gestionar el ciclo de vida de las claves y secretos en sistemas reales: dónde guardarlos, cómo rotarlos, cómo evitar hardcodearlos en el código, y qué papel juegan los HSM, los servicios KMS (AWS/GCP/Azure) y HashiCorp Vault. El alumno entenderá conceptos como envelope encryption, cifrado como servicio, secretos dinámicos y el principio de mínimo privilegio aplicado a las claves.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secretos no deben vivir en el código ni en el control de 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envelope encryption y la jerarquía de claves (KEK/DEK).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un KMS, un HSM y un gestor de secretos como Vault.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Vault de laboratorio: almacenar, leer y rotar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rotación de claves, versionado y mínimo privilegio.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Secretos en el código: anti-patrón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HSM y raíz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KMS y cifrado como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Envelope encryption (KEK/DEK)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HashiCorp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Secretos dinámicos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Rotación y mínimo privilegio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secretos: prácticas y herramientas para almacenar, distribuir y rotar claves, tokens y credenciales. Característica: centraliza y audita el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HSM (Hardware Security Module): dispositivo que genera y custodia claves sin exportarlas; ancla de confianza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KMS: servicio gestionado que crea y usa claves; a menudo respaldado por HSM. Ofrece cifrado como servicio (la clave nunca sale).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Envelope encryption: se cifra el dato con una DEK (clave de datos) y la DEK se cifra con una KEK (clave maestra) del KMS. Escala y limita el uso directo de la KEK.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Vault: sistema para almacenar secretos, emitir credenciales dinámicas y actuar como motor de cifrado (transit).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dinámico: credencial de vida corta generada bajo demanda (p. ej. acceso temporal a una base de datos), reduciendo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 / rotación: cada identidad accede solo a lo necesario y las claves se renuevan periódicamente.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--version 2&gt;/dev/null || echo "instala HashiCorp Vault para el lab"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un Vault de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server -dev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 VAULTADDR='http://127.0.0.1:8200'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y lee un secreto (KV):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kv put secret/miapp dbpassword="prueba-lab-123"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kv get secret/miapp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como servicio (transit). Habilita el motor transit, crea una clave y cifra/descifra datos sin que la aplicación vea nunca la clave: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tres razones para no guardar secretos en 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jerarquía KEK/DEK para cifrar una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secreto en Vault y léelo desde un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HSM, KMS y Vault en propósito y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se detecta un secreto filtrado (git-secrets, gitleaks).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política de rotación y expiración para claves de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envelope encryption en una pequeña app: genera una DEK por objeto, cifra los datos con AES-GCM y protege la DEK con el motor transit de Vault (o un KMS de laboratorio); guarda solo el dato cifrado y la DEK cifrada. Criterio de aceptación: los datos se recuperan pidiendo a Vault que descifre la DEK, la DEK en claro nunca se persiste, y rotar la clave maestra no impide leer datos antiguos.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hardcodeados en el repo — Fuga; usa un gestor de secretos y escanea el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Misma clave para todo y sin rotación — Compromiso total; usa KEK/DEK y rota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-dev en producción — Inseguro; despliega con almacenamiento y TLS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excesivos (todos leen todo) — Aplica mínimo privilegio con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DEK almacenada en claro — Cífrala con la KEK del KMS/Vault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¿KMS o Vault?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 gestiona claves (a menudo con HSM) y ofrece cifrado como servicio; Vault añade secretos dinámicos, KV y motores múltiples. Suelen complementarse.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envelope encryption y por qué usarla?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datos con DEKs y proteger esas DEKs con una KEK del KMS; escala, limita el uso de la clave maestra y facilita la rotación.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rotar claves?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Según política y sensibilidad; adopta rotación automatizada y rota de inmediato ante sospecha de compromiso.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 docs — &lt;https://developer.hashicorp.com/vault/docs&gt;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KMS Developer Guide — &lt;https://docs.aws.amazon.com/kms/&gt;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 y 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Secrets Management Cheat Sheet — &lt;https://cheatsheetseries.owasp.org/cheatsheets/SecretsManagementCheatSheet.html&gt;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