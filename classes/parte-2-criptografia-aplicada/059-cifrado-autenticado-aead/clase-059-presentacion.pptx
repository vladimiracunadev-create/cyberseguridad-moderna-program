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059 — Cifrado autenticado (AEAD)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la lección central de la criptografía aplicada moderna: nunca cifres sin autenticar. El alumno aprenderá qué es el cifrado autenticado con datos asociados (AEAD), cómo AES-GCM y ChaCha20-Poly1305 combinan confidencialidad e integridad en una sola primitiva, qué son los "datos asociados" (AAD), y por qué AEAD es la respuesta directa a los ataques de padding oracle y manipulación de la clase 060.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garantiza AEAD y por qué reemplaza a "cifrar + MAC manual".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AES-GCM y ChaCha20-Poly1305 usando nonces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datos asociados (AAD) para autenticar metadatos no cifrados.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manipulación mediante el fallo de verificación del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entre AES-GCM y ChaCha20-Poly1305 según el entorno.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Motivación: cifrar + autenticar juntos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AES-GCM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ChaCha20-Poly1305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Nonce y su unicidad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Datos asociados (AAD)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Tag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AEAD vs padding oracle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AEAD: cifrado que produce texto cifrado + tag de autenticación en una sola operación. Característica: confidencialidad e integridad garantizadas juntas.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AES-GCM: AES en modo Galois/Counter; muy rápido con AES-NI. Sensible a la reutilización de nonce (rompe la autenticación).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ChaCha20-Poly1305: AEAD que combina el cifrado de flujo ChaCha20 con el MAC Poly1305; ideal sin aceleración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Nonce: único por clave. En GCM/ChaCha20-Poly1305 mide 96 bits; repetirlo es catastrófico.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asociados (AAD): datos que se autentican pero no se cifran (cabeceras, IDs); su alteración invalida el tag.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Tag de autenticación: valor (128 bits) que el receptor verifica; si no coincide, el descifrado se rechaza sin entregar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Fallo cerrado: ante tag inválido, la primitiva no devuelve texto plano, evitando fugas.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   # openssl enc -aes-256-gcm o vía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Los mensajes son de prueba propios.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con AAD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cryptography.hazmat.primitives.ciphers.aead import AESGCM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= AESGCM.generatekey(bitlength=256)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aead = AESGCM(key)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= os.urandom(12)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aad = b"id=42;tipo=factura"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aporta AEAD frente a "cifrar y luego HMAC" hecho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con AAD y demuestra que alterar el AAD invalida el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la reutilización de nonce rompe GCM más que CTR.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rendimiento de AES-GCM y ChaCha20-Poly1305 en tu CPU.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formato de mensaje nonce || ciphertext || tag autoexplicativo.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AEAD previene el padding oracle de la clase 060.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contenedor cifrado de archivos con AES-GCM que incluya en el AAD metadatos (nombre y versión) y verifique integridad al abrir. Criterio de aceptación: el archivo se descifra solo con el nonce, la clave y el AAD correctos; cualquier alteración del contenido cifrado o de los metadatos provoca rechazo con InvalidTag, sin exponer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InvalidTag inesperado — Nonce/AAD/clave distintos entre cifrado y descifrado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reutilizado en GCM — Rompe confidencialidad e integridad; usa nonce único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resultado de decrypt — Nunca uses datos sin verificar el tag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con CBC sin MAC "porque es más simple" — Inseguro; usa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derivado predeciblemente — Usa CSPRNG o contador estrictamente único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¿AES-GCM o ChaCha20-Poly1305?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con AES-NI (servidores modernos); ChaCha20-Poly1305 en móviles/embebidos o sin aceleración. Ambos son AEAD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pongo en el AAD?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que deban ser auténticos pero no secretos: cabeceras, versiones, identificadores de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mensajes puedo cifrar con una clave GCM?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Limitado por el riesgo de colisión de nonces (con nonces aleatorios de 96 bits, rota la clave antes de ~2³² mensajes). Considera nonces por contador.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5116 (AEAD) — &lt;https://www.rfc-editor.org/rfc/rfc5116&gt;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8439 (ChaCha20-Poly1305) — &lt;https://www.rfc-editor.org/rfc/rfc8439&gt;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800-38D (GCM) — &lt;https://csrc.nist.gov/publications/detail/sp/800-38d/final&gt;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