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052 — HMAC y autenticación de mensajes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qué es un código de autenticación de mensajes (MAC), por qué la integridad sin autenticación no basta, y cómo HMAC combina una función hash con una clave secreta para garantizar que un mensaje proviene de quien dice y no fue alterado. El alumno aprenderá también el orden correcto de combinar cifrado y MAC (Encrypt-then-MAC) y por qué la comparación debe ser en tiempo constante.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integridad de autenticación e identificar qué aporta un MAC.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construcción HMAC y por qué neutraliza la extensión de longitud.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Generar y verificar HMAC con OpenSSL y Python.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correctamente el patrón Encrypt-then-MAC.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Implementar comparación en tiempo constante para evitar timing.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MAC: definición y objetivo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Construcción HMAC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HMAC vs hash con clave concatenada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Encrypt-then-MAC vs MAC-then-Encrypt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Comparación en tiempo constante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Claves y rotación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HMAC en la práctica (JWT, APIs)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MAC: etiqueta que autentica un mensaje usando una clave secreta compartida. Característica: sin la clave no se puede falsificar.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HMAC: HMAC(k,m) = H((k⊕opad) || H((k⊕ipad) || m)). Seguro con cualquier hash decente, inmune a extensión de longitud.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Integridad vs autenticación: un hash detecta cambios accidentales; un MAC detecta cambios maliciosos porque el atacante no tiene la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Encrypt-then-MAC: cifrar y luego calcular el MAC sobre el texto cifrado. Patrón recomendado; permite rechazar sin descifrar.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Comparación en tiempo constante: comparar etiquetas sin salir antes en el primer byte distinto, evitando fugas temporales.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 simétrica de MAC: debe ser distinta de la clave de cifrado y protegerse igual de bien.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openssl version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cryptography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Laboratorio local. Las claves de HMAC son de práctica.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HMAC con OpenSSL: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echo -n "mensaje" | openssl dgst -sha256 -hmac "clave-secreta"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HMAC en Python y verificación segura: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import hmac, hashlib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key = b"clave-secreta"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tag = hmac.new(key, b"mensaje", hashlib.sha256).hexdigest()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ok = hmac.comparedigest(tag, tag)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hash(clave || mensaje) es inseguro y HMAC 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Encrypt-then-MAC y verifica el MAC antes de descifrar.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se usan claves distintas para cifrar y para el MAC?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cómo firma un JWT HS256 y verifica uno con tu HMAC.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Demuestra que cambiar un bit del mensaje invalida el tag.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HMAC con los MAC integrados en AEAD (GCM/Poly1305).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canal autenticado sencillo: el emisor envía (IV, ciphertext, HMAC) y el receptor rechaza cualquier mensaje manipulado sin descifrarlo. Criterio de aceptación: alterar cualquier byte del IV, del texto cifrado o del tag provoca rechazo, y solo los mensajes íntegros se descifran.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MAC-then-Encrypt con CBC — Habilita padding oracle; usa Encrypt-then-MAC o AEAD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Comparar tags con == — Fuga de timing; usa comparedigest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Reutilizar la clave de cifrado como clave de MAC — Debilita ambas; deriva claves separadas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el MAC después de descifrar — Ya procesaste datos no autenticados; verifica antes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 simple como "firma" de API — No autentica origen; usa HMAC con clave secreta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¿HMAC o AEAD?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ya cifras, prefiere AEAD (GCM, ChaCha20-Poly1305), que integra el MAC. HMAC brilla para autenticar datos que no ciframos (tokens, webhooks).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usar HMAC-MD5?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HMAC-MD5 resiste mejor que MD5 solo, pero usa HMAC-SHA256 por buenas prácticas.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MAC da confidencialidad?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solo autenticidad e integridad. Combínalo con cifrado para confidencialidad.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IETF RFC 2104 (HMAC) — &lt;https://www.rfc-editor.org/rfc/rfc2104&gt;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Ferguson, Schneier, Kohno, Cryptography Engineering, cap. 6–7.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FIPS 198-1 (HMAC) — &lt;https://csrc.nist.gov/publications/detail/fips/198/1/final&gt;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OWASP, "Cryptographic Storage Cheat Sheet".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