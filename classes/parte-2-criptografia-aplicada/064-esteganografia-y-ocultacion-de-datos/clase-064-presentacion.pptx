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064 — Esteganografía y ocultación de datos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esteganografía (ocultar la existencia de un mensaje) de criptografía (ocultar su contenido), y entender cómo se combinan. El alumno aprenderá técnicas clásicas (LSB en imágenes, ocultación en metadatos), el estegoanálisis (detección), y usos legítimos (marcas de agua, watermarking) frente a usos maliciosos (exfiltración, C2 encubierto). Todo se practica sobre archivos propios de laboratorio.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esteganografía de criptografía y explicar cuándo combinarlas.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Ocultar y extraer datos con LSB en imágenes.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herramientas de esteganografía y estegoanálisis.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indicios de contenido oculto en archivos.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usos legítimos (watermarking) y riesgos (exfiltración, C2).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Estego vs cripto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LSB en imágenes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Ocultación en metadatos/otros formatos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Cifrar antes de ocultar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Estegoanálisis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Watermarking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Exfiltración y C2 encubierto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Esteganografía: ocultar información dentro de otro medio (imagen, audio, texto) para que su existencia pase inadvertida. Característica: la seguridad depende de que nadie sospeche.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LSB (Least Significant Bit): sustituir el bit menos significativo de cada píxel/byte por bits del mensaje; imperceptible a la vista pero detectable estadísticamente.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Estegoanálisis: conjunto de técnicas para detectar la presencia de datos ocultos (análisis estadístico, chi-cuadrado, herramientas como stegdetect).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Cover / stego object: el medio portador original y el resultante con datos ocultos.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Watermarking: marca embebida (visible o no) para autenticar propiedad o rastrear filtraciones; prioriza robustez sobre capacidad.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Capacidad vs imperceptibilidad vs robustez: trade-off fundamental de toda técnica de ocultación.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Cifrar-luego-ocultar: cifrar el mensaje antes de esconderlo protege el contenido aunque se detecte el portador.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pillow numpy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which steghide zsteg stegseek 2&gt;/dev/null || echo "opcional para el lab"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imágenes y archivos generados por ti. No manipules material ajeno.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Oculta un mensaje con LSB en Python: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from PIL import Image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img = Image.open("cover.png").convert("RGB")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px = img.load()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msg = "secreto".encode() + b"\x00"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bits = ''.join(f"{b:08b}" for b in msg)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 = 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esteganografía y cifrado con un 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Oculta y recupera un mensaje LSB en una imagen propia.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una prueba estadística para detectar tu propio stego object.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 un mensaje y ocúltalo; razona qué protege cada capa.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un caso real de malware que usó esteganografía.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capacidad e imperceptibilidad de LSB en PNG vs JPEG.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una herramienta que cifre un mensaje con AES-GCM y lo oculte por LSB en una imagen, más un extractor que recupere y descifre el mensaje. Criterio de aceptación: el mensaje se recupera intacto solo con la clave correcta, la imagen resultante es visualmente idéntica al portador, y describes qué señal estadística podría delatar la ocultación.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mensaje oculto se pierde — Recompresión JPEG destruye LSB; usa formatos sin pérdida (PNG)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Confiar solo en la ocultación — Si se detecta, se lee; cifra antes de ocultar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Portador visiblemente alterado — Demasiada carga; reduce la capacidad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Estego detectable trivialmente — Patrón LSB uniforme; distribuye o usa técnicas robustas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estego para evadir controles sin permiso — Ilegal; limítate a laboratorio propio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esteganografía sustituye al cifrado?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oculta la existencia, no el contenido. Combínala con cifrado para defensa en profundidad.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fácil detectar LSB?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con análisis estadístico. La esteganografía robusta es un campo activo; LSB simple es didáctico pero detectable.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¿Para qué sirve legítimamente?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Marcas de agua, trazabilidad de filtraciones, autenticación de contenido y ocultación de metadatos sensibles.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Aumasson, Serious Cryptography (contexto de ocultación y aleatoriedad).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Fridrich, Steganography in Digital Media (referencia académica).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Provos &amp; Honeyman, "Hide and Seek: An Introduction to Steganography".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Herramientas: steghide, zsteg, stegseek (documentación oficial).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