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055 — PKI, certificados X.509 y autoridades de certificación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se resuelve el problema de "¿de quién es esta clave pública?" mediante la infraestructura de clave pública (PKI): certificados X.509, autoridades de certificación (CA), cadenas de confianza, y mecanismos de revocación (CRL, OCSP). El alumno construirá su propia CA de laboratorio con OpenSSL, emitirá certificados y comprenderá cómo el navegador valida una cadena hasta una raíz de confianza.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un certificado X.509 y sus campos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cadena de confianza (raíz → intermedia → hoja) y su validación.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una CA propia, emitir un CSR y firmar un certificado con OpenSSL.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mecanismos de revocación (CRL, OCSP, OCSP stapling).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riesgos de PKI (CA comprometida, misemisión) y mitigaciones (CT, pinning).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Problema de confianza en claves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Certificado X.509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CA y cadena de confianza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CSR y emisión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Revocación (CRL/OCSP)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Certificate Transparency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Let's Encrypt / ACME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PKI: conjunto de roles, políticas y procedimientos para gestionar certificados de clave pública. Característica: escala la confianza mediante 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Certificado X.509: documento firmado por una CA que vincula una identidad (dominio) con una clave pública, con validez y extensiones (SAN, uso de clave).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 de certificación (CA): entidad de confianza que firma certificados. Su clave raíz está preinstalada en sistemas y navegadores.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confianza: raíz → intermedia(s) → hoja; se valida cada firma hasta un ancla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CSR (Certificate Signing Request): solicitud que contiene la clave pública y datos del solicitante; la CA la firma.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CRL / OCSP: listas de revocación y consulta en línea del estado de un certificado. OCSP stapling adjunta la respuesta al handshake.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Transparency (CT): registros públicos y auditables de certificados emitidos, para detectar emisiones fraudulentas.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Toda la PKI es de laboratorio: son certificados propios que no serán confiados por navegadores reales, y así debe 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tu CA raíz: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genpkey -algorithm RSA -pkeyopt rsakeygenbits:4096 -out ca.key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req -x509 -new -key ca.key -sha256 -days 3650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-subj "/CN=Lab Root CA" -out ca.crt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clave y CSR del servidor: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genpkey -algorithm RSA -pkeyopt rsakeygenbits:2048 -out srv.key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req -new -key srv.key -subj "/CN=lab.local" -out srv.csr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y explica cinco campos de un certificado X.509 real (openssl x509 -text).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Emite un certificado con varias entradas SAN y verifícalo.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CRL, OCSP y OCSP stapling en latencia y privacidad.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ocurre si se compromete la clave de una CA raíz.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el incidente de DigiNotar y sus consecuencias.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flujo ACME de Let's Encrypt paso a paso.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PKI de dos niveles (raíz + intermedia) y emite un certificado de servidor firmado por la intermedia; configura un servidor TLS de laboratorio que presente la cadena completa. Criterio de aceptación: openssl verify -CAfile ca.crt -untrusted intermedia.crt srv.crt devuelve OK y un cliente valida la cadena hasta la raíz.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unable to get local issuer certificate — Falta la intermedia; incluye la cadena completa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rechaza el certificado — CN sin SAN; los navegadores exigen SAN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has expired — Validez vencida; reemite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en la raíz de laboratorio en producción — Nunca; usa CAs públicas reales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revocar tras compromiso de clave — Publica CRL/OCSP y reemite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hay CAs intermedias?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proteger la raíz (offline) y limitar el daño si se compromete una intermedia, que puede revocarse.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confía mi navegador en un sitio?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la cadena de firmas hasta una raíz de su almacén de confianza, comprueba validez, SAN y revocación.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el certificate pinning?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Fijar una clave/certificado esperado en la app para no depender solo de la PKI; reduce el riesgo de CA comprometida.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IETF RFC 5280 (X.509) — &lt;https://www.rfc-editor.org/rfc/rfc5280&gt;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6962 (Certificate Transparency) — &lt;https://www.rfc-editor.org/rfc/rfc6962&gt;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Let's Encrypt / ACME (RFC 8555) — &lt;https://letsencrypt.org/how-it-works/&gt;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