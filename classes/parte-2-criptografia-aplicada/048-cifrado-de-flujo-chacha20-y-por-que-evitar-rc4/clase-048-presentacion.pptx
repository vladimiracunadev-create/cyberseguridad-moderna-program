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048 — Cifrado de flujo: ChaCha20 y por qué evitar RC4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cifrado de flujo, cómo genera un keystream que se combina por XOR con el texto plano, y por qué ChaCha20 (junto a Poly1305) es hoy el cifrado de flujo recomendado, mientras que RC4 está prohibido en TLS por sus sesgos estadísticos explotables. El alumno interiorizará la regla de oro: nunca reutilizar un par (clave, nonce).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modelo XOR keystream de los cifrados de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ChaCha20 (estado de 512 bits, quarter-round, contador y nonce).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debilidades de RC4 y por qué se retiró de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con ChaCha20 en Python y verificar la simetría del XOR.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el desastre de reutilizar un nonce mediante XOR de dos textos.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Cifrado de flujo vs de bloque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Keystream y XOR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ChaCha20 internamente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Nonce y contador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RC4 y sus sesgos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Reutilización de nonce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ChaCha20-Poly1305 (adelanto AEAD)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de flujo: genera un keystream pseudoaleatorio y lo combina por XOR con el texto. Característica: cifrado byte a byte, sin padding.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Keystream: secuencia pseudoaleatoria derivada de (clave, nonce, contador). Debe ser único por mensaje.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ChaCha20: cifrado de flujo de Daniel Bernstein con 20 rondas ARX (add-rotate-xor). Rápido en software y resistente a timing.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Nonce: número usado una sola vez. En ChaCha20 (RFC 8439) mide 96 bits. Repetirlo con la misma clave es fatal.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RC4: cifrado de flujo antiguo con fuertes sesgos en los primeros bytes del keystream; explotado en ataques a TLS/WEP. Obsoleto.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XOR malleability: cambiar un bit del cifrado cambia el mismo bit del plano; por eso el cifrado de flujo necesita un MAC.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   # openssl enc no soporta ChaCha20 directamente; usa Python o TLS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local. La reutilización de nonce se practica solo sobre datos propios de laboratorio.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ChaCha20 básico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cryptography.hazmat.primitives.ciphers import Cipher, algorithms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 = os.urandom(32)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= os.urandom(16)  # 16 bytes para la primitiva raw de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 = Cipher(algorithms.ChaCha20(key, nonce), mode=None).encryptor()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 = enc.update(b"mensaje secreto")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cifrado de flujo no necesita padding.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matemáticamente por qué c1 XOR c2 = m1 XOR m2 con nonce repetido.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ataque a WEP y qué papel jugó RC4.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ChaCha20 es preferible en móviles frente a AES sin aceleración hardware?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un byte de un cifrado ChaCha20 y observa el efecto en el descifrado.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añade Poly1305 que ChaCha20 solo no ofrece.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el ataque de "nonce reutilizado": dados dos textos cifrados con la misma clave y nonce y conocido parcialmente uno de ellos (crib dragging), recupera el otro. Criterio de aceptación: recuperas al menos el fragmento de texto plano solapado con la porción conocida, sin usar la clave.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Textos correlacionados — Nonce reutilizado; genera nonce único por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de RC4 en configuración TLS — Prohibido (RFC 7465); deshabilítalo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de tamaño incorrecto — Ajusta a lo que exige la librería (12 o 16 bytes)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sin MAC — XOR malleable; usa ChaCha20-Poly1305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Contador desbordado — No reuses claves más allá del límite del contador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¿ChaCha20 es más seguro que AES?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seguros. ChaCha20 destaca en software y resistencia a timing; AES gana con aceleración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el mismo nonce si cambio la clave?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Sí; lo prohibido es repetir el par (clave, nonce). Un nonce por clave es único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sigue viendo RC4 en sistemas viejos?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Legado. Debe deshabilitarse; TLS moderno lo prohíbe.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8439 (ChaCha20-Poly1305) — &lt;https://www.rfc-editor.org/rfc/rfc8439&gt;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7465 (prohibición de RC4) — &lt;https://www.rfc-editor.org/rfc/rfc7465&gt;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3–4.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Bernstein, "ChaCha, a variant of Salsa20" — &lt;https://cr.yp.to/chacha.html&gt;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