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061 — Introducción al criptoanálisis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una visión panorámica del criptoanálisis: el arte y la ciencia de romper cifrados. El alumno conocerá los modelos de ataque (solo texto cifrado, texto plano conocido, texto plano/cifrado elegido), las técnicas clásicas (frecuencias) y modernas (criptoanálisis diferencial y lineal a nivel conceptual), la paradoja del cumpleaños aplicada a colisiones, y cómo se mide la seguridad en "bits". El objetivo no es romper AES, sino entender cómo piensan quienes diseñan y evalúan primitivas.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ataques según el modelo (COA, KPA, CPA, CCA).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análisis de frecuencias y de correlación a cifrados débiles.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a alto nivel el criptoanálisis diferencial y lineal.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costes de ataque en bits y aplicar la paradoja del cumpleaños.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por qué una primitiva se considera "rota" aunque no sea práctica.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Modelos de ataque (COA/KPA/CPA/CCA)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Análisis de frecuencias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Ataque de fuerza bruta y "bits de seguridad"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Paradoja del cumpleaños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Criptoanálisis diferencial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Criptoanálisis lineal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"Roto" académico vs práctico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COA (ciphertext-only): el atacante solo ve texto cifrado. Modelo más débil para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KPA (known-plaintext): conoce pares plano/cifrado. CPA (chosen-plaintext): elige los planos a cifrar. CCA (chosen-ciphertext): elige cifrados a descifrar (el más fuerte).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Bits de seguridad: log₂ del esfuerzo del mejor ataque conocido. 128 bits ≈ inviable con tecnología actual.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Paradoja del cumpleaños: las colisiones aparecen alrededor de 2^(n/2) intentos, no 2ⁿ; por eso un hash de 256 bits da ~128 bits frente a colisiones.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Criptoanálisis diferencial: estudia cómo diferencias en la entrada se propagan a la salida para distinguir un cifrado de uno aleatorio.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Criptoanálisis lineal: busca aproximaciones lineales entre bits de entrada, salida y clave con sesgo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"roto": cualquier método mejor que la fuerza bruta, aunque siga siendo impracticable; señala margen erosionado.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numpy matplotlib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python3 --version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Trabajo puramente analítico y local sobre cifrados de juguete y datos propios.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frecuencias automatizado. Reutiliza el rompedor de sustitución de la clase 046 y mide cuántos caracteres necesitas para recuperar el texto con fiabilidad; grafica la tasa de acierto frente a la longitud.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acotada. Ataca un cifrado con espacio de claves reducido (p. ej. una clave de 24 bits en un cifrado de juguete) y mide el tiempo; extrapola cuánto costaría 56, 128 y 256 bits para interiorizar la inviabilidad.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Paradoja del cumpleaños empírica. Genera hashes truncados a n bits y cuenta cuántos necesitas para una colisión; compara con la predicción 2^(n/2). Grafica los resultados para varios 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Distinguidor diferencial (juguete). Sobre un cifrado de bloque didáctico de pocas rondas, mide cómo una diferencia fija en la entrada produce diferencias sesgadas en la salida, ilustrando el criptoanálisis diferencial.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titular. Analiza un anuncio del tipo "roto un ataque contra AES reducido a 7 rondas" y explica por qué no afecta a AES completo en la práctica.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tres escenarios reales según COA/KPA/CPA/CCA.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empíricamente la paradoja del cumpleaños para n=32 bits.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 el coste en años de romper 128 bits por fuerza bruta con supuestos razonables.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DES (56 bits) es rompible hoy y AES-128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en tus palabras el criptoanálisis diferencial.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"roto académicamente" de "roto en la práctica" con un ejemplo.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experimentalmente la paradoja del cumpleaños: para varios tamaños de salida n, genera valores aleatorios hasta la primera colisión, repite muchas veces y compara la media con 2^(n/2). Criterio de aceptación: tus mediciones se ajustan al orden de 2^(n/2) (dentro de un margen estadístico), y explicas su implicación para el tamaño de los hashes.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Suponer que "roto" = "inseguro para todo" — Distingue ataque teórico de práctico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colisiones con 2ⁿ — Es 2^(n/2) por el cumpleaños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un cifrado propio "porque no lo rompí" — La ausencia de tu ataque no prueba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modelo de ataque — La seguridad depende de las capacidades del adversario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Subestimar side-channels frente a ataques matemáticos — En la práctica, la implementación cae antes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aprender a romper AES?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 forma práctica; AES resiste todo el criptoanálisis conocido. El valor está en entender cómo se evalúa y por qué confiamos en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significa "128 bits de seguridad"?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el mejor ataque conocido requiere del orden de 2¹²⁸ operaciones, inviable con recursos actuales.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¿Debería preocuparme por el criptoanálisis diferencial en mi app?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directamente; usa primitivas estándar bien analizadas. Preocúpate por la implementación y los side-channels.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3 y 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Ferguson, Schneier, Kohno, Cryptography Engineering, cap. 2–3.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Biham &amp; Shamir, "Differential Cryptanalysis of DES" (referencia histórica).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Matsui, "Linear Cryptanalysis Method for DES Cipher".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