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054 — Firmas digitales</a:t>
            </a:r>
          </a:p>
          <a:p>
            <a:r>
              <a:rPr sz="1600">
                <a:solidFill>
                  <a:srgbClr val="2E8B57"/>
                </a:solidFill>
              </a:rPr>
              <a:t>parte 2 criptografia aplicada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cómo las firmas digitales proporcionan autenticidad, integridad y no repudio usando criptografía de clave pública: se firma con la clave privada y se verifica con la pública. El alumno estudiará RSA-PSS, ECDSA y Ed25519, entenderá por qué se firma el hash del mensaje y no el mensaje entero, y por qué un nonce mal generado en ECDSA puede revelar la clave privada (caso PlayStation 3).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modelo firmar-con-privada / verificar-con-pública y qué garantiza.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firma digital de MAC (no repudio vs clave compartida).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Firmar y verificar con RSA-PSS, ECDSA y Ed25519 usando OpenSSL/Python.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se firma el hash y los riesgos del nonce en ECDSA.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firmas para verificar integridad de software.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Firma vs MAC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Hash-then-sign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RSA-PSS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ECDSA y el riesgo del nonce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Ed25519 (determinista)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Verificación de software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No repudio y sus límites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 digital: valor generado con la clave privada que cualquiera verifica con la pública. Característica: aporta no repudio, algo que el MAC no 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repudio: el firmante no puede negar haber firmado, porque solo él posee la clave privada.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Hash-then-sign: se firma el hash del mensaje; permite firmar mensajes grandes y liga la firma al contenido exacto.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RSA-PSS: esquema de firma RSA probabilístico con prueba de seguridad; preferible a PKCS#1 v1.5.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ECDSA: firma sobre curvas; requiere un nonce k único y aleatorio por firma. Repetirlo o predecirlo revela la clave privada.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Ed25519: firma determinista (deriva k del mensaje y la clave), eliminando el riesgo del nonce; rápida y robusta.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Verificación de integridad de software: firmar releases para que los usuarios comprueben autenticidad.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openssl version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gpg --version   # opcional, para firma de software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cryptography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 con tus propias claves. Firmar en nombre de otros sin autorización es fraude.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 y verifica con OpenSSL (RSA-PSS):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openssl genpkey -algorithm RSA -pkeyopt rsakeygenbits:3072 -out priv.pem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openssl rsa -in priv.pem -pubout -out pub.pem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openssl dgst -sha256 -sign priv.pem -sigopt rsapaddingmode:pss \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-out firma.bin documento.txt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openssl dgst -sha256 -verify pub.pem -sigopt rsapaddingmode:pss \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-signature firma.bin documento.txt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firma digital y HMAC en cuanto a no repudio.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 un archivo con RSA-PSS y verifica con la clave pública.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el fallo de nonce de ECDSA en la PlayStation 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Ed25519 es determinista y por qué eso ayuda?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la firma GPG de un release real de software libre.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firmar el hash (no el mensaje) es seguro y eficiente.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 verificador de releases: firma un conjunto de artefactos con Ed25519, publica la clave pública y entrega un script que valide cada artefacto contra su firma. Criterio de aceptación: cualquier artefacto alterado o firma inválida se reporta como no confiable, y solo los íntegros pasan la verificación.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Verificación siempre válida — No estás comparando con el documento correcto o ignoras el resultado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Nonce reutilizado en ECDSA — Revela la clave; usa RFC 6979 o Ed25519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Firmar con PKCS#1 v1.5 nuevo — Prefiere PSS para diseños nuevos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firmar con cifrar — Son operaciones distintas; firma con privada para autenticar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verificar la clave pública del firmante — Un atacante puede sustituirla; ánclala vía PKI o huella conocida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¿Firma = cifrar con la clave privada?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una simplificación peligrosa. Los esquemas modernos (PSS, EdDSA) no son "RSA al revés"; usa la primitiva de firma, no operaciones crudas.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firma elijo hoy?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Ed25519 por defecto (rápida, sin riesgo de nonce). RSA-PSS o ECDSA cuando la compatibilidad lo exija.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firma garantiza que el contenido es verdad?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No; garantiza quién lo firmó y que no cambió. La veracidad del contenido es otra cosa.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FIPS 186-5 (firmas) — &lt;https://csrc.nist.gov/publications/detail/fips/186/5/final&gt;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8032 (EdDSA) — &lt;https://www.rfc-editor.org/rfc/rfc8032&gt;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6979 (nonce determinista para ECDSA) — &lt;https://www.rfc-editor.org/rfc/rfc6979&gt;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Aumasson, Serious Cryptography, cap. 10–12.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