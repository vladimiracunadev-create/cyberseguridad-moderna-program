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053 — Intercambio de claves: Diffie-Hellman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cómo dos partes que nunca se han visto pueden acordar una clave secreta compartida sobre un canal público, mediante Diffie-Hellman (DH) y su variante de curva elíptica (ECDH). El alumno entenderá el problema del logaritmo discreto, la diferencia entre DH estático y efímero, el concepto de forward secrecy y por qué DH sin autenticación es vulnerable a un ataque de intermediario (MITM).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el protocolo DH paso a paso con números y explicar por qué funciona.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DH estático de efímero (DHE/ECDHE) y su relación con forward secrecy.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Demostrar por qué DH sin autenticación cae ante MITM.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Derivar una clave de sesión a partir del secreto compartido con HKDF.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Elegir parámetros seguros (grupos MODP fuertes o X25519).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Problema del logaritmo discreto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DH clásico (grupos multiplicativos)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ECDH / X25519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Efímero vs estático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Derivación de clave (HKDF)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MITM y necesidad de autenticación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Parámetros seguros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Diffie-Hellman: protocolo donde cada parte elige un secreto, publica gˣ mod p y ambos calculan gˣʸ. Característica: acuerdan clave sin transmitirla.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Problema del logaritmo discreto: dado g, p y gˣ mod p, hallar x es inviable con parámetros grandes.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DHE / ECDHE (efímero): se genera un par nuevo por sesión; aporta forward secrecy.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Forward secrecy: comprometer la clave de largo plazo no descifra sesiones pasadas, porque los efímeros ya se descartaron.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HKDF: función de derivación (extract-then-expand) que convierte el secreto compartido en claves de longitud y propósito adecuados.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MITM: sin autenticación, un atacante intercepta y sustituye las claves públicas, estableciendo dos canales que él controla.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Grupos MODP / Curve25519: parámetros recomendados; evitar primos pequeños o de origen dudoso (Logjam).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openssl version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cryptography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Laboratorio local. El MITM se simula solo entre procesos propios.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DH de juguete a mano. Con p=23, g=5, Alice elige a=6 y Bob b=15. Calcula A=5⁶ mod 23, B=5¹⁵ mod 23 y verifica que Bᵃ mod 23 = Aᵇ mod 23. Ese es el secreto compartido.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ECDH con X25519 y HKDF en Python: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from cryptography.hazmat.primitives.asymmetric.x25519 import X25519PrivateKey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from cryptography.hazmat.primitives.kdf.hkdf import HKDF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from cryptography.hazmat.primitives import hashes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= X25519PrivateKey.generate(); b = X25519PrivateKey.generate()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shared = a.exchange(b.publickey())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Repite el DH de juguete con p=97, g=5 y valores propios.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gˣʸ = gʸˣ permite el acuerdo.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el MITM y muéstralo funcionando en tu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el ataque Logjam y qué grupos evitar.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Deriva dos claves (cifrado y MAC) del mismo secreto con HKDF e info distintos.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DHE clásico con ECDHE en rendimiento y tamaño.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 handshake ECDHE autenticado: cada parte firma su clave pública efímera con Ed25519 (clave de largo plazo) y verifica la del otro antes de derivar la clave de sesión. Criterio de aceptación: un MITM que altere las claves efímeras es detectado porque la firma no valida, y el canal solo se establece entre las partes legítimas.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DH sin autenticación — Vulnerable a MITM; añade firmas o certificados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el secreto DH directamente como clave — Deriva con HKDF; el secreto bruto no es uniforme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Grupos DH pequeños o compartidos débiles — Logjam; usa ≥2048 bits o X25519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DH estático sin forward secrecy — Compromiso futuro descifra el pasado; usa efímeros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Reutilizar el par efímero — Anula forward secrecy; genera uno por sesión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¿DH cifra datos?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solo acuerda una clave. Luego cifras con AES/ChaCha20 usando esa clave derivada.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forward secrecy y por qué importa?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capturar tráfico hoy y robar la clave del servidor mañana no permite descifrarlo, gracias a los efímeros. TLS 1.3 lo exige.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¿DH resiste cuántica?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cae ante Shor, igual que RSA/ECC. De ahí la cripto post-cuántica.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Wong, Real-World Cryptography, cap. 5.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Aumasson, Serious Cryptography, cap. 11.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5869 (HKDF) — &lt;https://www.rfc-editor.org/rfc/rfc5869&gt;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Adrian et al., "Imperfect Forward Secrecy / Logjam" — &lt;https://weakdh.org/&gt;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