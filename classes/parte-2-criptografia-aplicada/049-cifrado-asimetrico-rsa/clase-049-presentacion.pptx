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049 — Cifrado asimétrico: RSA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la criptografía de clave pública a través de RSA: cómo se genera un par de claves a partir de dos primos grandes, en qué problema matemático se apoya su seguridad (factorización), y por qué RSA "de libro" (textbook) es inseguro y debe usarse con padding OAEP para cifrado y PSS para firma. El alumno generará claves con OpenSSL y verá el porqué de cada decisión.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funcionamiento de RSA: generación, cifrado, descifrado con aritmética modular.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Justificar por qué la seguridad depende de la dificultad de factorizar 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Generar claves RSA con OpenSSL y examinar sus componentes.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RSA textbook (inseguro) de RSA-OAEP y RSA-PSS.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Argumentar por qué RSA cifra claves de sesión y no datos grandes.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Idea de clave pública/privada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Matemática de RSA (n, e, d, φ)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Problema de la factorización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RSA textbook y sus fallos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Padding OAEP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Firma con PSS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Cifrado híbrido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 pública/privada: par matemáticamente relacionado; lo que cifra una descifra la otra. Característica: elimina el problema del canal secreto previo.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RSA: criptosistema basado en n = p·q (primos grandes), exponente público e (típico 65537) y privado d. Cifrado: c = mᵉ mod 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Función φ de Euler: φ(n) = (p-1)(q-1); se usa para calcular d como inverso de 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RSA textbook: RSA sin padding; determinista y maleable → inseguro. Nunca usar directo.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OAEP (Optimal Asymmetric Encryption Padding): relleno aleatorizado que hace el cifrado no determinista y resistente. Estándar para cifrar con RSA.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PSS (Probabilistic Signature Scheme): esquema de padding para firmas RSA, con prueba de seguridad sólida.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híbrido: RSA cifra una clave simétrica aleatoria y AES cifra los datos; combina lo mejor de ambos.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version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cryptography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y prueba solo con claves propias. Nunca uses claves de terceros sin autorización.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par RSA de 3072 bits (equivalente a ~128 bits de seguridad simétrica):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genpkey -algorithm RSA -pkeyopt rsakeygenbits:3072 -out priv.pem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rsa -in priv.pem -pubout -out pub.pem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rsa -in priv.pem -text -noout | head -n 20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 con OAEP un mensaje corto (una clave de sesión):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echo -n "clave-de-sesion-32-bytes........" &gt; k.bin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pkeyutl -encrypt -pubin -inkey pub.pem \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a mano un RSA de juguete con p=61, q=53, e=17; halla d y cifra m=65.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e=65537 es una elección común.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RSA textbook es maleable? Da un ejemplo con multiplicación.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tamaños de clave RSA vs ECC para 128 bits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cifrado híbrido RSA-OAEP + AES-GCM en 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por qué claves RSA de 1024 bits ya no se consideran seguras.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esquema de "sobre digital": cifra un archivo de varios MB con AES-GCM y protege la clave AES con RSA-OAEP; entrega un descifrador que recupere el archivo original. Criterio de aceptación: el archivo descifrado es idéntico byte a byte al original y la clave AES nunca aparece en claro en disco.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too large for key size — Intentas cifrar datos grandes con RSA; usa cifrado híbrido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determinista — Usaste RSA sin OAEP; aplica padding aleatorizado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 de 1024 bits — Insegura; usa 3072 bits o migra a ECC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Firmar cifrando con la privada "a mano" — Usa PSS, no operaciones RSA crudas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Exponente d filtrado o p,q reutilizados — Compromete todo; genera claves con CSPRNG y no reutilices primos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no cifrar todo con RSA?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lento y limitado al tamaño del módulo. Se usa para cifrar claves de sesión, no datos masivos.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¿RSA está roto?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para tamaños adecuados (≥3072 bits), pero es vulnerable a computación cuántica futura (Shor) y muchas implementaciones fallaron por mal padding.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¿OAEP o PKCS#1 v1.5?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OAEP para cifrado nuevo; PKCS#1 v1.5 es propenso a ataques (Bleichenbacher) y se mantiene solo por compatibilidad.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Aumasson, Serious Cryptography, cap. 10.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Boneh &amp; Shoup, A Graduate Course in Applied Cryptography — &lt;https://toc.cryptobook.us/&gt;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PKCS #1 v2.2 (RFC 8017) — &lt;https://www.rfc-editor.org/rfc/rfc8017&gt;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800-56B (RSA key establishment).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