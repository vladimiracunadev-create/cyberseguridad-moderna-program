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246 — Supply chain security: SBOM y SLSA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Proteger la cadena de suministro de software: saber exactamente qué contienen tus artefactos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(SBOM), garantizar la integridad y procedencia de cómo se construyeron (SLSA, atestaciones,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firmas), y establecer confianza verificable de extremo a extremo. Tras ataques como SolarWinds,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Codecov y las campañas de typosquatting en npm/PyPI, la cadena de suministro es una prioridad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regulada (Orden Ejecutiva 14028 de EE. UU.). Usaremos Syft, Trivy y cosign.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un SBOM, sus formatos (CycloneDX, SPDX) y sus elementos mínimos.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un SBOM de código y de imágenes con Syft/Trivy.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Consumir un SBOM para responder "¿estoy afectado por este CVE?" en minutos.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niveles de SLSA y qué garantiza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y verificar atestaciones de procedencia firmadas con cosign.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Ataques a la cadena de suministro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SBOM: qué es y para qué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CycloneDX vs SPDX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Generar y consumir SBOM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SLSA: niveles 1–4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Procedencia y atestaciones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Firma y verificación (cosign)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SBOM (Software Bill of Materials): inventario formal de componentes de un artefacto. Característica: permite responder al instante qué contienes cuando sale un CVE (ej. Log4Shell).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CycloneDX / SPDX: formatos estándar de SBOM. Característica: CycloneDX orientado a seguridad; SPDX orientado a licencias/ISO 5962.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Procedencia (provenance): metadatos verificables de cómo, dónde y con qué se construyó un artefacto. Característica: base de SLSA; responde "¿este binario salió realmente de este código y pipeline?".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SLSA: Supply-chain Levels for Software Artifacts, marco de niveles de integridad de build. Característica: niveles crecientes (build reproducible, aislado, no falsificable).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Atestación: afirmación firmada sobre un artefacto (SBOM, provenance, resultados de escaneo). Característica: verificable criptográficamente y almacenable junto a la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 Ejecutiva 14028: normativa de EE. UU. que exige SBOM a proveedores. Característica: convierte el SBOM en requisito, no en opcional.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Syft (Anchore) — genera SBOM de código e imágenes.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Grype / Trivy — consumen SBOM para detectar CVE.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cosign — firma imágenes y adjunta atestaciones (SBOM, provenance).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SLSA GitHub Generator — genera provenance SLSA en Actions.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syft miapp:1.0 -o cyclonedx-json &gt; sbom.cdx.json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grype sbom:sbom.cdx.json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SBOM de un proyecto y de su imagen: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syft dir:./mi-proyecto -o spdx-json &gt; sbom.spdx.json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syft miapp:1.0 -o cyclonedx-json &gt; sbom.cdx.json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Inspecciona: componentes, versiones, licencias, hashes.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Consume el SBOM para responder a un CVE. Simula que sale un CVE en una librería: busca en el SBOM si está y en qué versión. Luego escanea con Grype/Trivy usando el SBOM como entrada.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Adjunta el SBOM como atestación firmada a la imagen: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cosign attest --predicate sbom.cdx.json --type cyclonedx \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SBOM del mismo artefacto en CycloneDX y SPDX y compara su estructura.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SBOM para determinar en 1 minuto si estás afectado por un CVE 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y verifica un SBOM como atestación con cosign.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la generación de provenance SLSA en un pipeline.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que un artefacto proviene del commit y pipeline esperados.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Autoevalúa el nivel SLSA de tu pipeline y define un plan para subir uno.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artefacto con SBOM y procedencia verificables de extremo a extremo.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el pipeline genera un SBOM (CycloneDX o SPDX) del artefacto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 publica; (b) el SBOM se adjunta como atestación firmada con cosign y la firma verifica; (c)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genera provenance SLSA verificable que ata el artefacto a su código fuente y build; y (d)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nivel SLSA alcanzado con evidencia.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SBOM no lista dependencias transitivas — Se generó de manifests, no del artefacto construido. Genera el SBOM de la imagen/binario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"Tengo SBOM pero no me sirve" — No lo consumes. Intégralo con Grype/Trivy y en el proceso de respuesta a CVE.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cosign verify-attestation falla — Tipo o identidad incorrectos. Ajusta --type y los filtros de certificado.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Provenance dice que lo construyó una máquina desconocida — Build no aislado o token comprometido. Endurece el pipeline (clase 242) y usa runners efímeros.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SBOM desactualizado respecto al artefacto — Se generó fuera del build. Genera SBOM y firma en el mismo job que produce el artefacto.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¿SBOM y SLSA compiten?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SBOM dice qué contiene el artefacto; SLSA garantiza cómo se construyó con integridad. Juntos dan visibilidad y confianza de la cadena.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¿CycloneDX o SPDX?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CycloneDX está más orientado a seguridad (integra VEX, se usa mucho con herramientas de escaneo); SPDX es estándar ISO y fuerte en cumplimiento de licencias. Muchos generan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nivel de SLSA necesito?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por generar provenance (nivel bajo) y sube hacia builds aislados y no falsificables según tu criticidad. No todos necesitan el nivel máximo.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SBOM me protege de un ataque de supply chain?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SLSA — &lt;https://slsa.dev/&gt;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NTIA Minimum Elements for a SBOM — &lt;https://www.ntia.gov/report/2021/minimum-elements-software-bill-materials-sbom&gt;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CycloneDX — &lt;https://cyclonedx.org/&gt;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SPDX — &lt;https://spdx.dev/&gt;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Syft &amp; Grype (Anchore) — &lt;https://github.com/anchore/syft&gt;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