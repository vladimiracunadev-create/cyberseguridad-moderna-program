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236 — Secure SDLC y filosofía shift-left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ciclo de vida de desarrollo de software seguro (Secure SDLC), por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mover la seguridad "hacia la izquierda" del ciclo reduce drásticamente el coste y el riesgo,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qué controles concretos corresponden a cada fase. Al terminar, el alumno sabrá dibujar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SDLC de su organización y ubicar en él las prácticas y herramientas de esta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seguridad "bolt-on" (al final) y "built-in" (integrada), con datos de coste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los controles de seguridad a cada fase del SDLC (requisitos, diseño, código, build, test, despliegue, operación).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shift-left frente a stakeholders usando métricas (tiempo de detección, coste de corrección).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un modelo de madurez (OWASP SAMM o BSIMM) para evaluar el estado actual.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mínimo viable de DevSecOps para un equipo pequeño.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Fases del SDLC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Coste de remediación por fase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Shift-left vs shift-right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Controles por fase (gates)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OWASP SAMM / BSIMM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NIST SSDF (800-218)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Roles y responsabilidad compartida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SDLC: proceso de desarrollo donde las actividades de seguridad están integradas en cada fase, no añadidas al final. Característica: los controles son parte del "definition of done".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Shift-left: mover las actividades de seguridad lo más temprano posible en el ciclo. Característica: cuanto antes se detecta un defecto, más barato es corregirlo.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Shift-right: complementar con observabilidad y pruebas en producción (feature flags, canary, RASP). Característica: asume que no todo se puede prever antes del despliegue.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gate: punto del pipeline donde una comprobación puede bloquear el avance. Característica: automático y objetivo, no una revisión manual subjetiva.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SAMM: modelo de madurez con 5 funciones de negocio y prácticas medibles. Característica: prescriptivo y agnóstico de tecnología.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BSIMM: modelo descriptivo basado en observar qué hacen organizaciones reales. Característica: benchmarking, no prescripción.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conceptual/estratégica; el "laboratorio" es de diseño. Necesitarás: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pizarra digital (Excalidraw, Miro) o papel para diagramar el SDLC.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hoja de auto-evaluación de OWASP SAMM v2 (descargable como toolbox en Excel desde owaspsamm.org).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al documento NIST SP 800-218 para consultar las prácticas PO/PS/PW/RV.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de ejemplo propio para ubicar dónde encajaría cada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 de diseño y evaluación (no ofensivo):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tu SDLC actual. Lista las fases reales por las que pasa un cambio en tu equipo: idea → requisitos → diseño → codificación → PR/review → build → test → despliegue →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 los controles existentes. Marca en cada fase qué comprobación de seguridad ya existe hoy (aunque sea "ninguna"). Sé honesto.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los huecos. Para cada fase sin control, anota una práctica candidata de esta parte (p. ej. threat modeling en diseño, SAST en PR, SCA en build).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toolbox de OWASP SAMM v2 y completa la auto-evaluación de al menos la práctica "Secure Build" y "Security Testing". Anota tu nivel actual (0–3).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el coste. Toma un bug de seguridad real que tu equipo haya arreglado en producción y estima qué habría costado detectarlo en la fase de código (revisa el modelo de IBM Systems Sciences Institute: ~1x en diseño, ~15x en test, ~100x en producción).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3 gates. Elige los tres controles automatizados de mayor impacto/menor esfuerzo para introducir primero y justifícalos.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fases del SDLC y asigna a cada una un control de seguridad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un fallo de diseño es más caro que un fallo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shift-left de shift-right con un caso donde ambos son necesarios.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OWASP SAMM y BSIMM: cuándo usarías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"definition of done" que incluya al menos tres criterios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roadmap de 90 días para llevar una práctica de SAMM de nivel 0 a nivel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de una página con el mapa del SDLC de un proyecto real (o de ejemplo),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al menos un control automatizado por fase y una auto-evaluación SAMM de tres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(a) cubre todas las fases desde requisitos hasta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operación, (b) asigna al menos un gate automatizable a cada fase, (c) incluye puntuación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SAMM 0–3 de tres prácticas con justificación, y (d) prioriza 3 mejoras con criterio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impacto/esfuerzo explícito.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"Shift-left = comprar herramientas SAST" — Confundir herramienta con proceso. Empieza por el proceso y los gates, la herramienta viene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se llena de falsos positivos y se ignora — No se afinó ni se definió qué rompe el build. Calibra severidades y empieza en modo "warning".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AppSec sigue siendo cuello de botella — No se delegó ownership al equipo de desarrollo. Forma champions (clase 248) y automatiza.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mide "número de vulnerabilidades" y sube — Métrica sin contexto de riesgo. Mide tiempo de remediación y densidad por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foco en shift-left, nada en producción — Falta observabilidad. Complementa con shift-right (logging, detección en runtime).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¿Shift-left significa que los desarrolladores hacen todo el trabajo de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Significa que las herramientas y prácticas de seguridad están disponibles para ellos temprano y de forma automatizada, con AppSec como habilitador y guardián de estándares, no como ejecutor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madurar en SAMM antes de automatizar?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secuencial estricto. SAMM te da un diagnóstico; puedes empezar a automatizar los gates de mayor valor mientras subes de nivel en paralelo.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¿Secure SDLC aplica a metodologías ágiles?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y es donde más brilla. En ágil los controles se integran en cada iteración y en el pipeline, no en un "gate de seguridad" al final del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¿SSDF y SAMM compiten?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800-218 SSDF — &lt;https://csrc.nist.gov/pubs/sp/800/218/final&gt;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SAMM v2 — &lt;https://owaspsamm.org/&gt;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BSIMM — &lt;https://www.bsimm.com/&gt;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Bell, Brunton-Spall, Smith, Bird, Agile Application Security, O'Reilly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DevSecOps Guideline — &lt;https://owasp.org/www-project-devsecops-guideline/&gt;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