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245 — Gestión de vulnerabilidades a escala</a:t>
            </a:r>
          </a:p>
          <a:p>
            <a:r>
              <a:rPr sz="1600">
                <a:solidFill>
                  <a:srgbClr val="2E8B57"/>
                </a:solidFill>
              </a:rPr>
              <a:t>parte 11 devsecops y seguridad del sdlc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Pasar de "escanear y encontrar vulnerabilidades" a operar un programa de gestión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vulnerabilidades: consolidar hallazgos de muchas herramientas, deduplicarlos, priorizarlos por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riesgo real, asignarlos con SLA, seguir su remediación y medir el programa con métricas. Cuando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tienes cientos de repos y miles de hallazgos, sin un proceso te ahogas; con proceso, reduces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riesgo de forma medible.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el ciclo de vida de una vulnerabilidad (descubrir → triage → priorizar → remediar → verificar).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Priorizar con un modelo de riesgo (CVSS + EPSS + KEV + exposición + criticidad del activo).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Definir SLAs de remediación por severidad y medir su cumplimiento.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Consolidar hallazgos de múltiples fuentes evitando duplicados y fatiga.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Reportar el estado con métricas útiles para dirección y equipos.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Ciclo de vida de la vulnerabilidad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Consolidación y deduplicación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Priorización basada en riesgo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SLAs por severidad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VEX y excepciones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Métricas del programa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Herramientas de agregación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Gestión de vulnerabilidades: proceso continuo de identificar, evaluar, tratar y reportar vulnerabilidades. Característica: es un ciclo, no un evento puntual.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Triage: clasificar un hallazgo (real/falso, severidad, dueño). Característica: filtra ruido antes de asignar trabajo.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Priorización basada en riesgo (RBVM): ordenar por riesgo real, no solo por CVSS. Característica: combina severidad, explotabilidad, exposición y valor del activo.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SLA de remediación: plazo máximo para corregir según severidad. Característica: hace el compromiso medible y auditable.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VEX: Vulnerability Exploitability eXchange, documento que declara si un CVE es explotable en tu producto. Característica: reduce ruido justificando "not affected".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MTTR: tiempo medio de remediación. Característica: métrica clave de la salud del programa.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DefectDojo (open source) — plataforma de gestión y consolidación de hallazgos.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Trivy / Semgrep / ZAP — fuentes de hallazgos (clases anteriores).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CISA KEV y EPSS — señales de priorización.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Hoja de cálculo o issue tracker (Jira/GitHub Issues) para el flujo si no usas DefectDojo.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git clone https://github.com/DefectDojo/django-DefectDojo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cd django-DefectDojo &amp;&amp; docker compose up -d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Ejercicio de proceso (defensivo, sobre hallazgos propios):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Recolecta hallazgos. Exporta resultados de Trivy (SCA/imagen), Semgrep (SAST) y ZAP (DAST) de tus prácticas en formato JSON.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Consolida en DefectDojo. Crea un producto y engagement, importa los tres informes. Observa cómo deduplica hallazgos repetidos entre escaneos.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Enriquece con señales de riesgo. Para los top 20 hallazgos, añade EPSS y marca los que están en CISA KEV.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Prioriza. Ordena por un score compuesto: severidad × exposición (¿internet-facing?) × criticidad del activo, elevando los KEV/EPSS alto. Documenta el criterio.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Asigna SLAs. Define plazos, p. ej.: Crítica explotable 7 días, Alta 30, Media 90, Baja 180. Asigna dueño a cada hallazgo top.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excepciones con VEX. Para un CVE en una función que no usas, redacta un statement "not affected" con justificación.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el ciclo de vida de una vulnerabilidad en tu organización.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Consolida hallazgos de dos herramientas y cuenta los duplicados eliminados.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 10 hallazgos con un modelo que combine CVSS, EPSS y KEV.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una tabla de SLAs por severidad y justifica los plazos.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 statement VEX "not affected" para un CVE concreto.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el MTTR de un conjunto de hallazgos con fechas de apertura/cierre.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Opera un mini-programa de gestión de vulnerabilidades sobre hallazgos reales de tus prácticas.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(a) los hallazgos de al menos tres herramientas están consolidados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 deduplicados; (b) existe un modelo de priorización documentado que va más allá de CVSS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(incluye EPSS/KEV/exposición); (c) hay SLAs por severidad y cada hallazgo top tiene dueño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plazo; (d) al menos una excepción está documentada como VEX; y (e) se reporta MTTR y backlog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 severidad.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Backlog de 10.000 hallazgos sin tocar — Priorizas por CVSS crudo. Filtra por explotabilidad y exposición; ataca lo alcanzable primero.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mismo bug aparece 30 veces — No hay deduplicación. Usa una plataforma (DefectDojo) que fusione hallazgos equivalentes.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equipos ignoran los tickets — Sin SLA ni dueño claro. Asigna responsable y plazo, y escala incumplimientos.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remedia pero reaparece — No se corrigió la causa raíz (dependencia base). Mide tasa de recurrencia y ataca el origen.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Métricas que nadie usa — Reportas número de CVE sin contexto. Mide MTTR, backlog por riesgo y tendencia.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no arreglar simplemente todo lo "crítico"?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"crítico" en CVSS no significa "explotable en tu contexto". Un crítico sin exploit y sin exposición puede esperar frente a un alto que está en KEV y es internet-facing.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SLAs son razonables?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Depende del riesgo y del sector, pero un patrón común: crítico explotable en días, alto en semanas, medio en meses. Lo importante es que sean explícitos y medibles.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DefectDojo o basta con Jira?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pocos repos, un tracker con buena disciplina sirve. A escala, una plataforma que importe múltiples formatos, deduplique y calcule métricas ahorra muchísimo esfuerzo.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y para qué sirve VEX?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800-40r4 Patch Management — &lt;https://csrc.nist.gov/pubs/sp/800/40/r4/final&gt;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DefectDojo — &lt;https://www.defectdojo.org/&gt;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CISA KEV — &lt;https://www.cisa.gov/known-exploited-vulnerabilities-catalog&gt;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EPSS — &lt;https://www.first.org/epss/&gt;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CycloneDX VEX — &lt;https://cyclonedx.org/capabilities/vex/&gt;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