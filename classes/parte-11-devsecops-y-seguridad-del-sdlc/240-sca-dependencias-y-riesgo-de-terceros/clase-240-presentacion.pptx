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240 — SCA: dependencias y riesgo de terceros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Software Composition Analysis (SCA): identificar todas las dependencias de terceros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proyecto, detectar cuáles tienen vulnerabilidades conocidas (CVE), evaluar el riesgo real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licencias y componentes, y automatizar todo en el pipeline. El 70–90% del código de una app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moderna es de terceros; ese es tu verdadero perímetro de ataque. Usaremos OWASP Dependency-Check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Trivy.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dependencias directas y transitivas de un proyecto y su árbol.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dependencias contra bases de CVE (NVD, GitHub Advisory, OSV).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hallazgos por explotabilidad real, no solo por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SCA en CI y configurar gates y actualizaciones (Dependabot/Renovate).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riesgos de licencias y componentes maliciosos (typosquatting).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Dependencias directas vs transitivas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CVE, CVSS, EPSS y KEV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Bases de datos: NVD, GHSA, OSV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Dependency-Check vs Trivy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Lockfiles y reproducibilidad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Actualización automatizada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Riesgos de licencia y typosquatting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SCA: análisis de componentes de terceros para detectar vulnerabilidades y riesgos. Característica: se basa en identificar versiones y cruzarlas con bases de avisos.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Dependencia transitiva: dependencia de tus dependencias. Característica: no la declaraste tú, pero corre en tu app; suele ser el mayor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CVE / CVSS: identificador y puntuación de severidad de una vulnerabilidad. Característica: CVSS mide severidad teórica, no probabilidad de explotación.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EPSS: probabilidad de que un CVE sea explotado en 30 días. Característica: prioriza mejor que CVSS solo.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KEV (CISA): catálogo de vulnerabilidades explotadas activamente. Característica: si está en KEV, es prioridad máxima.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Typosquatting: paquete malicioso con nombre parecido a uno legítimo. Característica: ataque a la cadena de suministro por confusión de nombre.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Dependency-Check — SCA para Java, .NET, JS, Python y más; cruza con NVD.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— escáner todo-en-uno (dependencias, imágenes, IaC, secretos).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osv-scanner (Google) — usa la base OSV, muy buena para lenguajes modernos.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Dependabot / Renovate — PRs automáticos de actualización.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 y uso básico: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fs --scanners vuln ./mi-proyecto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dependency-check --project miapp --scan ./ --format HTML --out reporte/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el árbol de dependencias de un proyecto real (p. ej. npm ls --all o pip list + pipdeptree). Observa cuántas son transitivas.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con Trivy: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fs --scanners vuln --severity HIGH,CRITICAL ./mi-proyecto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con Dependency-Check y compara resultados; nota que cada herramienta usa fuentes distintas y puede diferir.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con EPSS y KEV. Toma los 5 CVE reportados, busca su EPSS (api.first.org/data/v1/epss) y comprueba si están en el catálogo CISA KEV. Reordena por riesgo real, no por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gate en CI: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fs --exit-code 1 --severity CRITICAL --scanners vuln ./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árbol de dependencias de un proyecto y cuenta directas vs transitivas.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el mismo repo con Trivy y Dependency-Check y explica las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5 CVE combinando CVSS, EPSS y KEV.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gate que solo falle con CRITICAL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la configuración de Dependabot o Renovate para tu ecosistema.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una dependencia con licencia problemática y propón alternativa.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flujo de SCA en un repositorio con gate de CI y actualización automatizada.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el pipeline escanea dependencias (Trivy o Dependency-Check)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PR; (b) el gate falla solo por vulnerabilidades priorizadas por riesgo (no todo CVSS alto);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(c) existe configuración de Dependabot/Renovate activa; y (d) se entrega un breve informe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los 5 hallazgos principales usando CVSS + EPSS + KEV con justificación.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Cientos de CVE y el equipo se paraliza — Priorizas por CVSS crudo. Filtra por EPSS/KEV y explotabilidad, empieza por lo alcanzable.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CVE reportado no aplica a tu uso — La función vulnerable no se usa. Documenta como no explotable (VEX) y suprime.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escaneo no ve transitivas — Escaneas manifests, no el lockfile resuelto. Escanea el lockfile (package-lock.json, poetry.lock).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Dependabot abre 50 PRs y nadie los revisa — Sin límite ni agrupación. Usa open-pull-requests-limit y grouping.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Actualización rompe la app — Cambio breaking. Ten tests en CI que corran antes de mergear el PR de update.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¿SCA y SBOM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SCA es el proceso de analizar componentes por vulnerabilidades; el SBOM (clase 246) es el inventario resultante de componentes. SCA suele producir o consumir un SBOM.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actualizar toda dependencia con CVE inmediatamente?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ciegamente. Prioriza por explotabilidad (KEV/EPSS), exposición y si tu código usa la parte vulnerable. Un CVE crítico en una función que no llamas puede esperar.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dos escáneres dan resultados distintos?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Usan bases de datos y heurísticas de matching diferentes (NVD, GHSA, OSV) y distinta cobertura por ecosistema. Combinar dos mejora la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me protejo de typosquatting?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Dependency-Check — &lt;https://owasp.org/www-project-dependency-check/&gt;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— &lt;https://trivy.dev/&gt;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OSV — &lt;https://osv.dev/&gt;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KEV Catalog — &lt;https://www.cisa.gov/known-exploited-vulnerabilities-catalog&gt;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EPSS (FIRST) — &lt;https://www.first.org/epss/&gt;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