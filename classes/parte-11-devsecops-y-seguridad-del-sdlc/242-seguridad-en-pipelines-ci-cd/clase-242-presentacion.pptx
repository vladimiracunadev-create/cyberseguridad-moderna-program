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242 — Seguridad en pipelines CI/CD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Endurecer el pipeline de CI/CD, que se ha convertido en un objetivo de primer nivel: quien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controla el pipeline controla lo que llega a producción. Estudiaremos los riesgos del OWASP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Top 10 CI/CD, aplicaremos mínimo privilegio a los tokens, fijaremos (pinning) acciones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dependencias, aislaremos los runners, y protegeremos secretos y aprobaciones. Usaremos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 Actions como ejemplo con la herramienta de análisis zizmor.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riesgos del OWASP Top 10 CI/CD en un pipeline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mínimo privilegio a GITHUBTOKEN y a los secretos por job.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Fijar (pin) acciones a un SHA y prevenir la ejecución de código no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Aislar builds de PRs de forks para evitar exfiltración de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workflows con zizmor y remediar los hallazgos.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El pipeline como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OWASP Top 10 CI/CD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pullrequesttarget y forks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Mínimo privilegio de tokens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Pinning de acciones a SHA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Aislamiento de runners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OIDC en vez de secretos long-lived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Poisoned Pipeline Execution (PPE): inyectar código malicioso que el pipeline ejecuta con sus privilegios. Característica: ocurre cuando el pipeline corre código no confiable de PRs.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GITHUBTOKEN: token efímero del workflow. Característica: por defecto puede tener permisos amplios; restríngelo a read y sube solo lo necesario.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Pinning a SHA: referenciar una acción por su hash inmutable en vez de un tag. Característica: un tag como @v3 es mutable y puede ser reescrito por un atacante que controle el repo de la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pullrequesttarget: evento que corre con secretos del repo base sobre código del PR. Característica: peligroso con forks; puede exfiltrar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Runner efímero: máquina de CI de un solo uso. Característica: sin estado ni credenciales persistentes entre jobs.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OIDC federation: obtener credenciales cloud cortas mediante identidad del workflow. Característica: elimina secretos de larga vida en el 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 Actions (o GitLab CI / Jenkins) como plataforma de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zizmor — analizador estático de seguridad para workflows de GitHub Actions.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actionlint — linter de sintaxis y buenas prácticas de workflows.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StepSecurity Harden-Runner — monitoriza y restringe el tráfico de red del runner.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 de zizmor: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zizmor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zizmor .github/workflows/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tus workflows con zizmor y actionlint: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zizmor .github/workflows/ci.yml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actionlint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hallazgos: permisos amplios, acciones sin pin, uso de pullrequesttarget.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Restringe permisos. Aplica mínimo privilegio a nivel de workflow y sube por job solo lo necesario: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contents: read     # por defecto de solo lectura para todo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un workflow con zizmor y clasifica los hallazgos por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workflow para aplicar mínimo privilegio de permisos.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todas las acciones de un workflow a pinning por SHA.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pullrequesttarget puede filtrar secretos y cómo evitarlo.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OIDC para desplegar a AWS/GCP sin secretos de larga vida.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harden-runner y provoca/detecta un egress no esperado.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un pipeline de CI/CD real aplicando los controles clave y demuéstralo con una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todos los workflows tienen permissions de mínimo privilegio;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(b) todas las acciones de terceros están pinneadas a SHA; (c) no hay uso inseguro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pullrequesttarget con secretos expuestos a código de forks; (d) el despliegue usa OIDC 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no es posible, secretos con scope mínimo; y (e) zizmor no reporta hallazgos de severidad alta.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 de fork robó un secreto — pullrequesttarget con checkout del PR. Separa el código no confiable de los jobs con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acción "de confianza" inyectó código — Estaba pinneada a un tag mutable reescrito. Pin a SHA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GITHUBTOKEN con permisos de escritura por defecto — No se restringió. Define permissions: contents: read a nivel global.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Secretos long-lived rotados a mano cada 90 días — Deuda operativa. Migra a OIDC con credenciales efímeras.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runner descarga y ejecuta scripts de internet — Egress sin control. Usa harden-runner para restringir 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pinnear a SHA si confío en actions/checkout?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Confías en el código actual, no en cualquier código futuro que un tag mutable pueda apuntar si la cuenta de la acción se compromete. El SHA es inmutable.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entre pullrequest y pullrequesttarget?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pullrequest corre sin secretos del repo base (seguro para forks); pullrequesttarget corre con ellos y en el contexto del base, por eso es peligroso combinarlo con checkout del código del PR.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¿OIDC elimina todos los secretos?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 los de larga vida hacia proveedores que soportan federación (nube, registries). Puede quedar algún secreto, pero reduces drásticamente la superficie.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auditar una vez?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CI/CD Security Risks — &lt;https://owasp.org/www-project-top-10-ci-cd-security-risks/&gt;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zizmor — &lt;https://github.com/woodruffw/zizmor&gt;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 Actions Security Hardening — &lt;https://docs.github.com/en/actions/security-guides/security-hardening-for-github-actions&gt;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StepSecurity Harden-Runner — &lt;https://github.com/step-security/harden-runner&gt;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Julien Vehent, Securing DevOps, Manning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