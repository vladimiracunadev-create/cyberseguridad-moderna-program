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237 — Modelado de amenazas: STRIDE y DREAD</a:t>
            </a:r>
          </a:p>
          <a:p>
            <a:r>
              <a:rPr sz="1600">
                <a:solidFill>
                  <a:srgbClr val="2E8B57"/>
                </a:solidFill>
              </a:rPr>
              <a:t>parte 11 devsecops y seguridad del sdlc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Aprender a modelar amenazas de forma sistemática antes de escribir código: descomponer un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sistema en un diagrama de flujo de datos (DFD), identificar amenazas con STRIDE, priorizarlas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 un método de riesgo (DREAD u otro), y traducirlas en requisitos y controles concretos.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modelado de amenazas es la práctica shift-left de mayor retorno: previene defectos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diseño que ninguna herramienta automática detecta.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Construir un diagrama de flujo de datos (DFD) con límites de confianza (trust boundaries).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STRIDE a cada elemento del DFD para enumerar amenazas.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Priorizar amenazas con DREAD y reconocer sus limitaciones frente a alternativas (CVSS, ábaco de riesgo).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Derivar contramedidas y requisitos de seguridad a partir de las amenazas.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Documentar el modelo de forma reutilizable y versionable junto al código.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Las 4 preguntas de Shostack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Diagramas de flujo de datos (DFD)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Trust boundaries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STRIDE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DREAD y sus críticas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Threat modeling as code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De amenaza a contramedida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Modelo de amenazas: representación estructurada de qué puede atacar a un sistema y cómo mitigarlo. Característica: se hace en fase de diseño, es barato y preventivo.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DFD: diagrama con procesos, almacenes de datos, flujos y entidades externas. Característica: los cruces de trust boundary son los puntos calientes.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STRIDE: Spoofing, Tampering, Repudiation, Information disclosure, Denial of service, Elevation of privilege. Característica: cada categoría se opone a una propiedad de seguridad (autenticación, integridad, no repudio, confidencialidad, disponibilidad, autorización).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DREAD: Damage, Reproducibility, Exploitability, Affected users, Discoverability. Característica: scoring 1–10 por eje; útil pero subjetivo, Microsoft lo abandonó por inconsistencia.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Trust boundary: frontera donde datos o control pasan entre niveles de confianza distintos. Característica: internet↔DMZ, usuario↔proceso, contenedor↔host.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Contramedida (mitigación): control que reduce la probabilidad o el impacto de una amenaza. Característica: se traduce en requisito verificable.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Threat Dragon (app de escritorio/web) para dibujar DFD y anotar amenazas STRIDE.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pytm (Python) para modelar amenazas como código y generar el DFD e informe.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Microsoft Threat Modeling Tool (Windows) como alternativa gráfica.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Plantilla de tabla de amenazas (elemento | STRIDE | descripción | riesgo | mitigación).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Instalación de pytm: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pip install pytm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Modelaremos una app web de ejemplo: navegador → API → base de datos, con login.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el alcance. Sistema: API REST de una tienda con autenticación por JWT, base de datos PostgreSQL y un servicio de pagos externo.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Dibuja el DFD. Entidades externas (usuario, pasarela de pago), procesos (API, servicio de auth), almacén (DB), flujos entre ellos. Marca trust boundaries: internet↔API, API↔DB, API↔pasarela.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 STRIDE por elemento. Para el flujo "usuario → API login": Spoofing (¿se puede suplantar al usuario?), Tampering (¿se puede alterar el request?), etc. Rellena la tabla.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Modela como código con pytm. Ejemplo mínimo: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from pytm import TM, Server, Datastore, Dataflow, Boundary, Actor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tm = TM("Tienda API")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Dibuja el DFD de un formulario de contacto con almacenamiento en base de datos.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 STRIDE al flujo "API → servicio de pagos externo" y lista 6 amenazas.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Puntúa dos amenazas con DREAD y argumenta por qué el scoring es discutible.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Convierte tres amenazas en requisitos de seguridad verificables.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Modela con pytm un sistema con dos trust boundaries y genera el informe.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Propón una alternativa a DREAD y justifica cuándo la usarías.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modelo de amenazas completo de un sistema con al menos dos trust boundaries.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incluye (a) un DFD con procesos, almacenes, flujos y límites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confianza; (b) una tabla STRIDE con mínimo 8 amenazas categorizadas; (c) priorización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justificada de al menos 5; y (d) una contramedida/requisito verificable por cada amenaza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priorizada. El modelo debe ser versionable (Threat Dragon JSON o pytm).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DFD tiene 200 elementos y nadie lo entiende — Nivel de detalle excesivo. Modela al nivel de arquitectura, no de función.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listan amenazas pero no mitigaciones — El modelo no aporta valor sin contramedidas accionables. Cierra el ciclo.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DREAD da puntuaciones incoherentes entre personas — Es subjetivo por diseño. Calibra con guías o cambia a CVSS/ábaco de riesgo.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modelo se hace una vez y se olvida — Debe vivir con el código. Revísalo en cada cambio de arquitectura.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ignora la categoría Repudiation — Falta pensar en logging/no repudio. Añade trazabilidad como requisito.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¿Cuándo hago threat modeling: al inicio o continuamente?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inicio del diseño y luego incrementalmente en cada cambio arquitectónico significativo. Es un documento vivo, no un entregable único.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¿STRIDE cubre todas las amenazas posibles?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No, pero da una cobertura sistemática de las categorías más comunes. Complementa con árboles de ataque o MITRE ATT&amp;CK para escenarios específicos.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¿Vale la pena DREAD si Microsoft lo abandonó?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Como introducción pedagógica sí; en producción muchos equipos prefieren CVSS o una matriz probabilidad×impacto por su mayor consistencia.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automatizar el modelado de amenazas?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Adam Shostack, Threat Modeling: Designing for Security, Wiley 2014.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Threat Modeling Cheat Sheet — &lt;https://cheatsheetseries.owasp.org/cheatsheets/ThreatModelingCheatSheet.html&gt;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Threat Dragon — &lt;https://owasp.org/www-project-threat-dragon/&gt;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pytm — &lt;https://github.com/OWASP/pytm&gt;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Microsoft STRIDE — &lt;https://learn.microsoft.com/en-us/azure/security/develop/threat-modeling-tool-threats&gt;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