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248 — Cultura DevSecOps y security champions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que DevSecOps es, ante todo, un cambio cultural: la mejor herramienta fracasa sin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equipo que se apropie de la seguridad. Aprenderás a construir un programa de security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champions, a escalar el conocimiento de AppSec sin ser cuello de botella, a medir la madurez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del programa y a alinear incentivos para que la seguridad sea un habilitador, no un freno.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clase cierra la parte conectando lo técnico con lo organizativo.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la cultura determina el éxito de DevSecOps más que las herramientas.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programa de security champions (selección, rol, tiempo, reconocimiento).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Escalar AppSec con un modelo hub-and-spoke sin convertirse en cuello de botella.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la madurez cultural y del programa con métricas y modelos (SAMM).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el aspecto humano: blameless post-mortems, gamificación, formación continua.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Cultura sobre herramientas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Programa de security champions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Modelo hub-and-spoke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Incentivos y reconocimiento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Blameless culture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Formación y gamificación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Métricas del programa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champion: desarrollador de un equipo que actúa como enlace y referente de seguridad. Característica: no es experto full-time; es un multiplicador dentro de su equipo.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Modelo hub-and-spoke: equipo central de AppSec (hub) conectado a champions distribuidos (spokes). Característica: escala el conocimiento sin centralizar la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Blameless post-mortem: análisis de incidentes centrado en el sistema, no en culpables. Característica: fomenta reportar en vez de ocultar.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Cuello de botella de AppSec: el equipo de seguridad como único ejecutor y aprobador. Característica: frena entregas; se resuelve delegando y automatizando.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Gamificación: usar mecánicas de juego (puntos, retos, ligas) para formar. Característica: sostiene el interés en la práctica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Madurez cultural: grado en que la seguridad es responsabilidad compartida y natural. Característica: medible con SAMM y encuestas.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organizativa; el "laboratorio" es de diseño de programa. Recursos útiles: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Security Champions Guide y OWASP SAMM (práctica "Education &amp; Guidance").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Plataformas de formación práctica: OWASP Juice Shop para CTF internos, Secure Code Warrior o katas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charter de programa (objetivos, roles, tiempo asignado, métricas).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 de encuesta para medir percepción de seguridad en los equipos.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Diseño de un programa real (ejercicio aplicado, no ofensivo):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Diagnostica la cultura actual. Haz una mini-encuesta a un equipo: ¿saben a quién acudir con dudas de seguridad? ¿la seguridad les frena o les ayuda? Anota el punto de partida.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charter del programa de champions. Documenta objetivo, criterios de selección (voluntariedad + interés, no imposición), tiempo asignado (p. ej. 10–20%), y responsabilidades (revisar threat models, difundir prácticas, ser enlace con AppSec).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modelo hub-and-spoke. Dibuja cómo el equipo central de AppSec habilita a los champions y estos multiplican en sus equipos. Define ritmos: reunión mensual de champions, canal de comunicación, office hours de AppSec.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 de formación. Programa un CTF interno con Juice Shop, katas de código seguro y una rotación de temas de esta parte (SAST, threat modeling, secretos).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Incentivos y reconocimiento. Define cómo se reconoce a los champions (visibilidad, tiempo protegido, badges, impacto en carrera). Sin esto el programa se apaga.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Blameless post-mortem. Redacta la plantilla y las reglas de un post-mortem sin culpa para incidentes de seguridad.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charter de un programa de security champions de una página.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criterios de selección de champions que eviten la imposición.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agenda de la primera reunión mensual de champions.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plan de formación de 3 meses con temas de esta parte.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plantilla de un blameless post-mortem.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5 métricas para demostrar el valor del programa a dirección.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programa de security champions completo listo para presentar a dirección.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programa incluye (a) charter con objetivo, selección voluntaria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tiempo asignado; (b) modelo hub-and-spoke con ritmos de comunicación definidos; (c) plan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formación con actividad práctica (CTF/katas); (d) esquema de incentivos y reconocimiento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concreto; y (e) un cuadro de 4–5 métricas para medir madurez y valor, alineadas con OWASP SAMM.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programa de champions se apaga en meses — Sin tiempo protegido ni reconocimiento. Asigna % de tiempo formal e incentiva.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nombran champions a dedo y no participan — Imposición en vez de voluntariedad. Selecciona por interés y motiva.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AppSec sigue siendo el único que "hace" seguridad — No se delegó ownership. Usa hub-and-spoke y automatiza para habilitar, no ejecutar.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incidentes se ocultan — Cultura de culpa. Adopta post-mortems blameless para que se reporte.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podemos demostrar el valor del programa" — Falta de métricas. Mide cobertura, MTTR por equipo y madurez SAMM.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¿Cuántos champions necesito?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referencia común es al menos uno por equipo/squad. Lo importante es cobertura y actividad real, no el número absoluto.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champion debe ser experto en seguridad?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Es un desarrollador con interés que hace de enlace y multiplicador; el equipo central de AppSec le da soporte y formación. La curiosidad importa más que la experticia inicial.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que DevSecOps se perciba como un freno?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Automatizando controles en el pipeline, dando feedback rápido y accionable, y posicionando a seguridad como habilitador (guardrails) en vez de guardián que dice "no".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mido la cultura, que es intangible?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Security Champions Guide — &lt;https://owasp.org/www-project-security-champions-guidebook/&gt;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SAMM (Education &amp; Guidance) — &lt;https://owaspsamm.org/&gt;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Bell, Brunton-Spall, Smith, Bird, Agile Application Security, O'Reilly 2017.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DevOps Handbook (Kim, Humble, Debois, Willis) — cultura y aprendizaje.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Juice Shop (CTF interno) — &lt;https://owasp.org/www-project-juice-shop/&gt;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