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241 — Secretos en el código y pre-commit hooks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prevenir, detectar y remediar la filtración de secretos (API keys, tokens,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contraseñas, claves privadas) en repositorios de código. Un secreto commiteado —aunque se borre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después— queda en el historial de Git y debe considerarse comprometido. Implementaremos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profundidad: detección en el historial, hooks de pre-commit que bloquean antes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commitear, y escaneo en CI, usando gitleaks y el framework pre-commit.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borrar un secreto de HEAD no lo elimina del historial ni del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secretos en el historial completo de un repositorio con gitleaks.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hook de pre-commit que bloquee commits con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el escaneo de secretos en CI como red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Remediar correctamente: rotar el secreto y purgar el historial.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fuga de secreto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 por entropía y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gitleaks: historial y pre-commit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 framework pre-commit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Escaneo en 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Remediación: rotar y purgar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secretos correcta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Secreto: credencial que da acceso (API key, token, password, clave privada). Característica: si toca un repo, asume compromiso y rota.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por entropía: identificar strings con alta aleatoriedad típica de claves. Característica: complementa a las reglas de patrón (regex).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hook: script que corre antes de crear el commit. Característica: bloquea el secreto antes de que entre al historial; local y evitable, por eso se combina con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de Git: todos los commits pasados. Característica: un secreto borrado sigue accesible vía git log/git show de commits antiguos.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Rotación: invalidar el secreto expuesto y emitir uno nuevo. Característica: es la única remediación real; purgar el historial no revierte la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 manager / vault: sistema que almacena y sirve secretos fuera del código. Característica: la solución de raíz (Vault, AWS Secrets Manager, etc.).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detección de secretos en historial y en pre-commit.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detect-secrets (Yelp) — alternativa con baseline de allowlist.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(framework) — orquesta hooks locales de forma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git-filter-repo / BFG Repo-Cleaner — para purgar secretos del historial.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brew install gitleaks     # o descarga el binario de releases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pre-commit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historial completo de un repositorio de práctica: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detect --source . --report-format json --report-path gitleaks.json -v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hallazgos: cada uno lista commit, archivo, línea y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hook de pre-commit. Crea .pre-commit-config.yaml: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repo: https://github.com/gitleaks/gitleaks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rev: v8.18.0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historial de un repo y clasifica los hallazgos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pre-commit con gitleaks y demuestra que bloquea un 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allowlist para valores de ejemplo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el escaneo de secretos en CI y haz que falle el build.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procedimiento de remediación paso a paso (rotar primero).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Refactoriza una app para leer un secreto desde variable de entorno/vault.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defensa en profundidad contra secretos en un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hay un hook de pre-commit con gitleaks que bloquea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localmente; (b) CI escanea el historial en cada push y falla ante un hallazgo; (c) existe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 justificada para falsos positivos; y (d) se entrega un runbook de remediación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 la rotación del secreto como primer paso, antes de purgar el historial.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"Borré el secreto en un nuevo commit, ya está" — Sigue en el historial. Rota el secreto y purga con filter-repo/BFG.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hook no se ejecuta — Falta pre-commit install o el archivo de config. Verifícalo con pre-commit run --all-files.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en tests — Valores de ejemplo detectados como secretos. Añade allowlist en .gitleaks.toml.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se escanea HEAD, no el historial — Usaste --no-git o un modo limitado. Usa gitleaks detect sobre todo el repo.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purgó el historial pero el secreto sigue funcionando — No se rotó. Purgar no invalida la credencial; rotar sí.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Un secreto estuvo 5 minutos en un repo privado y lo borré, ¿hay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Asume compromiso y rota. Repos privados se clonan, se cachean y pueden volverse públicos por error; los bots escanean GitHub en segundos.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hooks de pre-commit son suficientes?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solos: son locales y evitables (--no-verify). Combínalos siempre con escaneo en CI del lado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el secreto está en cientos de commits?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 primero. Luego purga con git-filter-repo o BFG y coordina el force-push con todo el equipo (reescribe el historial compartido).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el problema de raíz?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&lt;https://github.com/gitleaks/gitleaks&gt;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Secrets Management Cheat Sheet — &lt;https://cheatsheetseries.owasp.org/cheatsheets/SecretsManagementCheatSheet.html&gt;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framework — &lt;https://pre-commit.com/&gt;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git-filter-repo — &lt;https://github.com/newren/git-filter-repo&gt;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detect-secrets — &lt;https://github.com/Yelp/detect-secrets&gt;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