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238 — SAST: análisis estático de código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análisis estático de seguridad (SAST): analizar el código fuente sin ejecutarlo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encontrar vulnerabilidades (inyección, XSS, secretos, uso inseguro de criptografía),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integrarlo en el pipeline, y —lo más importante— gestionar sus falsos positivos para que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equipo lo adopte en vez de ignorarlo. Usaremos Semgrep como herramienta principal por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velocidad, reglas legibles y facilidad de personalización.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funciona el SAST (AST, data-flow, taint analysis) y sus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Semgrep con rulesets de la comunidad sobre un repositorio.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una regla Semgrep personalizada para un patrón inseguro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SAST en CI con umbrales de severidad que rompen o avisan.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Triage de hallazgos: distinguir verdadero positivo, falso positivo y aceptado con justificación.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detecta y qué no el SAST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AST, data-flow y taint tracking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Semgrep: sintaxis de reglas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Rulesets y registry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Falsos positivos y falsos negativos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Integración en CI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Baseline y diff-aware scanning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SAST: análisis del código sin ejecutarlo. Característica: cobertura de todo el código, incluidas rutas no ejecutadas; ciego a configuración y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AST (árbol de sintaxis abstracta): representación estructural del código. Característica: permite buscar patrones sintácticos con precisión.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Taint analysis: seguimiento de datos no confiables (source) hasta operaciones peligrosas (sink). Característica: detecta inyecciones al ver que input llega a un sink sin sanitización.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positivo: hallazgo reportado que no es explotable. Característica: erosiona la confianza; hay que triarlo y suprimirlo con justificación.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Ruleset: conjunto de reglas (p. ej. p/owasp-top-ten). Característica: reutilizable y versionable.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/ diff-aware: escanear solo el código cambiado. Característica: evita frenar por deuda histórica; enfoca en lo nuevo.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(open source) — motor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Bandit (Python) y gosec (Go) como SAST específicos de lenguaje.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repositorio vulnerable de práctica: OWASP Juice Shop o NodeGoat o el intencionadamente inseguro DVWA.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semgrep        # o brew install semgrep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--version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--config auto ./mi-repo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Clona un repo vulnerable de práctica (p. ej. NodeGoat) en tu entorno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con reglas de la comunidad: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--config p/owasp-top-ten --config p/secrets ./NodeGoat --json -o hallazgos.json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--config p/owasp-top-ten ./NodeGoat   # salida legible en consola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hallazgo. Elige una inyección SQL o un XSS reportado, abre el archivo/línea y confirma si el flujo source→sink es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propia. Detecta uso de md5 para contraseñas: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rules: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Semgrep con dos rulesets distintos y compara los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que detecte eval() sobre input de usuario en JavaScript.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falso positivo real y justifica su supresión.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Semgrep para escanear solo el diff de un PR.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la cobertura de Bandit vs Semgrep sobre el mismo código Python.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una política de severidades (qué rompe, qué avisa) y documéntala.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SAST en un repositorio con una regla personalizada y un gate de CI funcional.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Semgrep corre en CI en cada PR en modo diff-aware; (b) existe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una regla personalizada propia que detecta un patrón real; (c) los hallazgos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 ERROR rompen el build y los WARNING solo avisan; (d) hay al menos un falso positivo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triado y suprimido con justificación documentada.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ignora los reportes de SAST — Demasiados falsos positivos. Afina reglas, usa diff-aware y calibra severidades.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escaneo tarda 40 minutos — Analizas todo el monorepo cada vez. Usa semgrep ci diff-aware y excluye vendor/.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no detecta una inyección obvia — El flujo cruza archivos o frameworks no soportados. Añade una regla con taint o usa una herramienta con más profundidad.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propias no matchean nada — Metavariables o sintaxis del pattern incorrectas. Prueba en semgrep.dev/playground.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rompe el build por deuda histórica — No usaste baseline. Establece un baseline y bloquea solo lo nuevo.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¿SAST reemplaza la revisión de código humana?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la detección de patrones conocidos, pero el juicio sobre lógica de negocio, autorización y diseño sigue necesitando ojos humanos.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Semgrep y no un SAST comercial?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es rápido, sus reglas son legibles y personalizables, y su versión OSS cubre la mayoría de casos. Los comerciales aportan más profundidad interprocedural pero a mayor coste y ruido.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que SAST frene los despliegues?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en modo diff-aware, rompe solo por severidad alta, y trata la deuda histórica con baseline en vez de bloquear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¿SAST detecta secretos en el código?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Semgrep docs — &lt;https://semgrep.dev/docs/&gt;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Source Code Analysis Tools — &lt;https://owasp.org/www-community/SourceCodeAnalysisTools&gt;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Bandit (Python) — &lt;https://bandit.readthedocs.io/&gt;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 list — &lt;https://cwe.mitre.org/&gt;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Julien Vehent, Securing DevOps, Manning 2018 (cap. de test de seguridad).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