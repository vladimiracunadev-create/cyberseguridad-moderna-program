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244 — Políticas como código con OPA</a:t>
            </a:r>
          </a:p>
          <a:p>
            <a:r>
              <a:rPr sz="1600">
                <a:solidFill>
                  <a:srgbClr val="2E8B57"/>
                </a:solidFill>
              </a:rPr>
              <a:t>parte 11 devsecops y seguridad del sdlc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Expresar las reglas de seguridad y cumplimiento como código versionable, testeable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auditable en vez de como documentos o revisiones manuales. Con Open Policy Agent (OPA) y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lenguaje Rego escribiremos políticas que validan configuración de infraestructura (Terraform,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Kubernetes), Dockerfiles y pipelines, y las integraremos como gate en CI con Conftest.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"Policy as Code" hace que el cumplimiento sea automático, consistente y no dependa de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alguien recuerde revisarlo.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es policy as code y por qué desacopla decisión de aplicación (PDP/PEP).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políticas en Rego con reglas deny/allow y mensajes claros.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manifiestos (Kubernetes, Terraform plan, Dockerfile) con Conftest.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Testear las políticas con casos positivos y negativos.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las políticas como gate obligatorio en el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Policy as Code: motivación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OPA y el modelo PDP/PEP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Rego básico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Conftest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Casos: K8s, Terraform, Docker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Testear políticas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Gatekeeper (admisión K8s)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 as Code: expresar reglas como código versionado y probado. Característica: revisable en PRs, con historial y tests, no en un PDF.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OPA: motor de políticas de propósito general. Característica: recibe input JSON y una consulta, devuelve una decisión.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Rego: lenguaje declarativo de OPA. Característica: se centra en describir qué es válido/denegado, no en el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PDP/PEP: Policy Decision Point (decide) y Policy Enforcement Point (aplica). Característica: OPA es el PDP; el pipeline o el clúster es el PEP.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Conftest: herramienta que usa OPA para validar archivos de configuración. Característica: ideal como gate de CI sobre YAML/JSON/HCL/Dockerfile.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Gatekeeper: controlador de admisión de Kubernetes basado en OPA. Característica: aplica políticas en runtime al crear recursos.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 (binario opa) para evaluar y testear Rego.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Conftest para validar configuración en el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 Gatekeeper (opcional) para admisión en Kubernetes.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brew install opa conftest      # macOS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 version &amp;&amp; conftest --version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que prohíba contenedores privilegiados en Kubernetes. Crea policy/security.rego: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package main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deny[msg] {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input.kind == "Deployment"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 := input.spec.template.spec.containers[]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c.securityContext.privileged == true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msg := sprintf("El contenedor '%s' no puede ser privileged", [c.name])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que exija que todo Deployment corra como no-root.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regla que prohíba imágenes con tag :latest.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tests positivos y negativos para tus políticas con opa 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un terraform plan en JSON con una política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Conftest como gate obligatorio en un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una de tus políticas a una Constraint de Gatekeeper.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conjunto de políticas como código con tests y gate en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(a) existen al menos tres políticas Rego que validan configuración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 (K8s/Terraform/Dockerfile); (b) cada política tiene tests positivos y negativos que pasan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opa test; (c) Conftest corre como gate en CI y rompe el build ante violaciones; y (d)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mensajes de deny son claros y accionables para quien los recibe.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política no deniega nada — El input no tiene la forma esperada. Inspecciona con conftest parse o opa eval.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Rego lanza "multiple assignments" — Reusaste una variable con =. Usa := para asignación y nombres únicos.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Falsos denies en recursos válidos — Regla demasiado amplia. Acota con condiciones de kind/campos y añade tests.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entiende por qué falló el gate — Mensajes de deny genéricos. Usa sprintf con nombre del recurso y razón.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política pasa en local pero no en CI — Distinto path de políticas o formato de input. Alinea el comando conftest y el parseo.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¿Conftest y Gatekeeper hacen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Comparten OPA/Rego, pero Conftest valida archivos en el pipeline (shift-left) y Gatekeeper aplica políticas en el clúster en runtime (admisión). Se complementan: defensa en profundidad.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¿Rego es difícil de aprender?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Tiene una curva por ser declarativo, pero para políticas de seguridad el patrón deny[msg] { condiciones } cubre la mayoría de casos. Empieza copiando ejemplos de la librería de la comunidad.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escribir todas las políticas desde cero?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Existen librerías como las de Conftest y las de Gatekeeper con políticas comunes (CIS, buenas prácticas) que puedes adaptar.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¿Policy as code reemplaza al equipo de seguridad?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Policy Agent — &lt;https://www.openpolicyagent.org/docs/latest/&gt;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Conftest — &lt;https://www.conftest.dev/&gt;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 Gatekeeper — &lt;https://open-policy-agent.github.io/gatekeeper/&gt;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Rego Playground — &lt;https://play.openpolicyagent.org/&gt;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CNCF Policy as Code — &lt;https://www.cncf.io/blog/2021/09/policy-as-code/&gt;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