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243 — Imágenes y contenedores seguros en el pipeline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imágenes de contenedor seguras dentro del pipeline: mínimas (distroless/multi-stage),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ejecutar como root, escaneadas por vulnerabilidades y firmadas para garantizar su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es un artefacto que llega a producción; si está inflada, vulnerable o no verificada,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vector directo de ataque. Usaremos Trivy para escanear, hadolint para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Dockerfile, y cosign para 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Dockerfiles seguros y mínimos con builds multi-stage y usuario no-root.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imágenes por vulnerabilidades de OS y de aplicación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Lintar Dockerfiles con hadolint aplicando buenas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y verificar imágenes con cosign (keyless con OIDC).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gate que impida promover imágenes vulnerables o no firmadas.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de una imagen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Multi-stage builds y distroless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Usuario no-root y capabilities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Escaneo con Trivy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hadolint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con cosign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Gate de admisión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build: separar la fase de compilación de la imagen final. Característica: la imagen de producción no lleva compiladores ni herramientas de build.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Distroless: imagen base sin shell ni gestor de paquetes, solo el runtime. Característica: reduce drásticamente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no-root: correr el proceso con un UID sin privilegios. Característica: un escape de aplicación no obtiene root en 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de imagen: cruzar los paquetes de la imagen con bases de CVE. Característica: cubre capa de OS y dependencias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(cosign): firma criptográfica de la imagen y su digest. Característica: verifica integridad y procedencia; keyless usa OIDC + transparency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Admission control: política que solo admite imágenes que cumplen requisitos. Característica: bloquea en el registry o en Kubernetes lo no firmado/vulnerable.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Docker/BuildKit o buildah para construir.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para escanear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para lintar Dockerfiles.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(Sigstore) para firmar y verificar.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image --severity HIGH,CRITICAL miapp:1.0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-i hadolint/hadolint &lt; Dockerfile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sign miregistry/miapp@sha256:&lt;digest&gt;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 Dockerfile "malo" (imagen base pesada, root, sin pin) y lintéalo: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-i hadolint/hadolint &lt; Dockerfile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Reescríbelo seguro con multi-stage, base distroless y usuario no-root: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golang:1.22 AS build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WORKDIR /src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COPY .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 CGOENABLED=0 go build -o /app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Dockerfile de una sola etapa a multi-stage y mide la reducción de tamaño.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una imagen base ubuntu por distroless y compara los CVE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contenedor para correr como usuario no-root y verifícalo.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una imagen con cosign y verifica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gate de Trivy que rompa el build con vulnerabilidades CRITICAL.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SBOM de la imagen en formato CycloneDX.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pipeline que produzca una imagen mínima, escaneada y firmada.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la imagen final usa multi-stage y base mínima/distroless y corre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no-root; (b) hadolint no reporta errores; (c) Trivy no reporta CVE CRITICAL y el gate falla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aparecen; (d) la imagen se firma con cosign y la firma se verifica; y (e) se genera y publica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SBOM de la imagen.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de 1.2 GB con cientos de CVE — Base pesada y build en una etapa. Usa multi-stage + distroless/alpine.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corre como root — No definiste USER. Añade un usuario no-root o usa base :nonroot.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verify falla — Identidad/issuer no coinciden. Ajusta --certificate-identity al del firmante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reporta CVE sin fix disponible — No hay parche aún. Documenta como riesgo aceptado/VEX y monitoriza.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imagen firmada se puede sustituir por otra — Firmaste el tag, no el digest. Firma y despliega por digest inmutable.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¿Distroless o Alpine?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minimiza al máximo (sin shell, ideal para producción y para reducir superficie). Alpine es más pequeña que Debian y conserva shell/apk, útil para depurar. Elige según necesidad de troubleshooting vs mínima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¿Firmar la imagen impide que sea vulnerable?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firma garantiza integridad y procedencia, no ausencia de CVE. Necesitas escanear además de firmar.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escanear en build o en el registry?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En build para bloquear temprano; en el registry de forma continua porque aparecen CVE nuevos sobre imágenes ya publicadas.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¿Keyless de cosign es seguro sin gestionar claves?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 Container Security — &lt;https://csrc.nist.gov/pubs/sp/800/190/final&gt;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&lt;https://trivy.dev/&gt;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— &lt;https://github.com/hadolint/hadolint&gt;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Sigstore cosign — &lt;https://docs.sigstore.dev/cosign/overview/&gt;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images — &lt;https://github.com/GoogleContainerTools/distroless&gt;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