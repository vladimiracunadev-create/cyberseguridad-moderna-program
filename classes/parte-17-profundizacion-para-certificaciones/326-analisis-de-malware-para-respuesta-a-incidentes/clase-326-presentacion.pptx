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326 — Análisis de malware para respuesta a incidentes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el análisis de malware orientado a la respuesta a incidentes: no un desensamblado exhaustivo, sino un triaje rápido que en minutos extrae los IOCs necesarios para contener y erradicar la amenaza, alimenta la línea de tiempo del incidente y produce un informe DFIR accionable. El foco es la velocidad y la utilidad operativa que exigen los roles de analista de incidentes de BTL1 y SANS FOR610, no la ingeniería inversa completa.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triaje rápido de un binario sospechoso (hash, tipo, firmas, capacidades) sin detonarlo.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IOCs de red, host y comportamiento (dominios, IPs, mutex, claves de registro, hashes).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Detonar de forma controlada una muestra en sandbox aislada y capturar su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reglas YARA y capa para clasificar la familia y las capacidades del malware.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los IOCs y las marcas de tiempo con la línea de tiempo del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informe DFIR con resumen ejecutivo, IOCs, TTPs (mapeados a ATT&amp;CK) y recomendaciones.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Triaje estático rápido (hash, file, PE headers)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Extracción de cadenas e imports (strings, pefile)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Clasificación con YARA y capa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Análisis dinámico controlado (sandbox)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Extracción de IOCs de red y 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Mapeo a MITRE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Correlación con la timeline del incidente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Triaje de malware: evaluación inicial rápida para priorizar. Característica clave: busca suficiente información para decidir y actuar, no el análisis total.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(Indicator of Compromise): artefacto observable que evidencia una intrusión (hash, IP, dominio, mutex, ruta). Característica clave: accionable para detección y bloqueo.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estático: examen del binario sin ejecutarlo. Característica clave: seguro y rápido, pero limitado frente a ofuscación y empaquetado.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dinámico: observación del malware en ejecución en un entorno controlado. Característica clave: revela comportamiento real, pero requiere aislamiento estricto.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YARA: lenguaje de reglas para identificar patrones en archivos/memoria. Característica clave: reutilizable para hunting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capa: herramienta que infiere capacidades del binario (p. ej. "crea servicio", "captura teclado") a partir de patrones. Característica clave: traduce bytes en comportamiento legible y lo mapea a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 (Tácticas, Técnicas y Procedimientos): el cómo del adversario. Característica clave: más estable que los IOCs (la "pirámide del dolor" de David Bianco).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Estático: file, sha256sum, strings, pefile/PE-bear, Detect It Easy (DIE), capa, yara.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Dinámico: VM Windows aislada + Procmon, Process Hacker, Regshark/Regshot, Wireshark, INetSim o FakeNet-NG para simular servicios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Sandbox automatizada (opcional): CAPEv2 o Cuckoo local; o servicios en línea (Any.Run, Hybrid Analysis, VirusTotal) solo si la muestra no es confidencial, ya que subirla la hace pública.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Muestras seguras de práctica: repositorios educativos con defanged samples, retos de MalwareBazaar/CyberDefenders o binarios EICAR para validar el flujo sin riesgo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Analizaremos muestra.exe en dos fases: estática (host de análisis) y dinámica (VM aislada con snapshot).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Fase 1 — Triaje estático (sin ejecutar):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y hashea la muestra: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 muestra.exe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sha256sum muestra.exe | tee muestra.sha256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el hash en tu inteligencia de amenazas para ver si ya está catalogado.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la entropía y detecta empaquetado: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tres muestras de práctica y clasifícalas como empaquetada / no empaquetada usando entropía e imports.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de una muestra al menos cinco IOCs (2 de red, 3 de host) y preséntalos en formato tabla.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YARA sencilla que detecte una cadena única de tu muestra y valídala.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una muestra en la VM aislada y documenta su mecanismo de persistencia con evidencia de Regshot.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capa sobre un binario y traduce tres capacidades a técnicas ATT&amp;CK con su 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la hora de un archivo soltado por el malware con un evento de Sysmon para situarlo en la timeline.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Recibes dropper.exe como parte de un incidente en curso. Criterio de aceptación: entregas un mini-informe DFIR de una página que incluye (a) hash SHA-256 y veredicto de empaquetado, (b) al menos 4 IOCs accionables (dominio/IP de C2, mutex, clave de persistencia), (c) 3 técnicas ATT&amp;CK con su ID justificadas por el comportamiento observado, y (d) una recomendación de contención concreta (qué bloquear/aislar). El reto se logra si un analista de contención puede actuar directamente con tus IOCs sin volver a analizar la muestra.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muestra no hace "nada" al detonarla — Detecta la VM o espera comando C2; da salida de red simulada (INetSim) y revisa evasión anti-VM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strings no muestra URLs ni imports útiles — Binario empaquetado; desempácalo (unpacking) o vuelca la memoria tras ejecución y aplica strings ahí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Subiste la muestra a VirusTotal y era confidencial — La subida la hace pública; para muestras sensibles usa solo búsqueda por hash o sandbox local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VM de análisis "se infectó de verdad" y afectó otras máquinas — Faltó aislamiento de red o snapshot; usa red host-only/simulada y restaura snapshots siempre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IOCs demasiado frágiles (solo un hash) — Un hash cambia con recompilar; prioriza IOCs de comportamiento y TTPs (pirámide del dolor)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informe es técnico pero nadie actúa — Falta resumen ejecutivo y recomendaciones claras; separa audiencia técnica de la directiva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 análisis es suficiente en un incidente?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justo para contener y erradicar: IOCs accionables, mecanismo de persistencia y TTPs. La ingeniería inversa completa es un lujo que rara vez cabe en el reloj del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confiar solo en una sandbox automática?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 un gran punto de partida, pero el malware evasivo detecta sandboxes y ajusta su comportamiento. Complementa con análisis manual y correlación con tu telemetría.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priorizar TTPs sobre hashes?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Según la "pirámide del dolor", cambiar un hash o una IP es trivial para el atacante; cambiar sus TTPs es costoso. Detectar comportamiento resiste mejor la rotación de indicadores.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seguro usar servicios online de análisis?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 — Practical Malware Analysis (No Starch Press).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FOR610 Reverse-Engineering Malware: Malware Analysis Tools and Techniques.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de capa (Mandiant/FLARE): &lt;https://github.com/mandiant/capa&gt;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David Bianco — The Pyramid of Pain: &lt;https://detect-respond.blogspot.com/2013/03/the-pyramid-of-pain.html&gt;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