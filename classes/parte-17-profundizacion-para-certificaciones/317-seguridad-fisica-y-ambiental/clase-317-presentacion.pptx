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317 — Seguridad física y ambiental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y evaluar controles de seguridad física y ambiental que protegen personas, equipos e información en instalaciones y centros de datos. La seguridad lógica se derrumba si alguien puede entrar a la sala de servidores; esta clase cubre desde CPTED y defensa en profundidad perimetral hasta HVAC, energía redundante y controles de acceso físico —temas del dominio de Physical Security de CISSP y Security+.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principios de CPTED (disuasión, retraso, detección, respuesta) al diseño de un sitio.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arquitectura de defensa en profundidad física por capas (perímetro → edificio → sala → gabinete).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Especificar requisitos ambientales de un centro de datos: HVAC, humedad, energía (UPS/generador) y supresión de incendios.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controles de acceso físico (mantraps, badges, biometría, tailgating prevention) según el nivel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una instalación existente y producir una lista de hallazgos priorizada.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CPTED (Crime Prevention Through Environmental Design)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Defensa en profundidad física por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Controles de acceso físico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Tailgating / piggybacking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HVAC, humedad y control ambiental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Energía: UPS, generadores, PDU, redundancia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Supresión de incendios en salas de 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CPTED: metodología de diseño que reduce el delito mediante el entorno físico. Sus pilares son vigilancia natural, control natural de accesos, refuerzo territorial y mantenimiento. Característica clave: la prevención empieza en la arquitectura del sitio, no en el guardia.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Defensa en profundidad física: capas concéntricas (cerca perimetral, iluminación, CCTV, recepción, puertas, sala, rack). Característica clave: fallar una capa no compromete el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Mantrap / esclusa (access control vestibule): doble puerta interbloqueada donde solo se abre una a la vez, con verificación entre ambas. Característica clave: neutraliza el tailgating.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Tailgating (piggybacking): una persona no autorizada sigue a una autorizada a través de una puerta. Característica clave: derrota badges y biometría; se mitiga con esclusas, torniquetes y concienciación.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HVAC (Heating, Ventilation, Air Conditioning): sistema que mantiene temperatura (~18–27 °C según ASHRAE) y humedad relativa (40–60 %). Característica clave: exceso de humedad → corrosión; defecto → electricidad estática.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UPS (Uninterruptible Power Supply): batería que cubre el corte hasta que arranca el generador y acondiciona la energía (sags, spikes, brownouts). Característica clave: puente de segundos-minutos, no autonomía prolongada.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Supresión limpia (clean agent, p. ej. FM-200/Novec 1230): apaga incendios sin residuos ni daño a electrónica, a diferencia del agua. Característica clave: protege equipos; requiere control de descarga por concentración de O₂.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evaluación de instalaciones; herramientas de campo y documentación: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Plano del sitio / floor plan (draw.io o PDF del edificio) para marcar capas y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de verificación basada en NIST SP 800-53 (familia PE — Physical and Environmental Protection).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Termómetro/higrómetro o sensor IoT para medir condiciones reales de una sala de equipos.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Cámara para documentar hallazgos (con autorización de la organización).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ASHRAE TC 9.9 como referencia de rangos térmicos para datacenters.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Evaluación física de una sala de servidores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evaluarás (real o sobre plano) una sala de equipos y producirás un informe de hallazgos priorizado.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Delimita el alcance. Elige la instalación (sala de servidores, MDF/IDF o datacenter pequeño) y obtén autorización. Documenta límites y activos protegidos.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las capas. Sobre el plano, dibuja las capas de defensa: perímetro exterior, control de acceso al edificio, pasillo, puerta de la sala, gabinete/rack. Marca dónde hay control y dónde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acceso físico. Verifica: ¿badge + PIN o solo badge? ¿Hay esclusa o torniquete? ¿Puertas con cierre automático? Registra riesgo de tailgating en cada punto.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vigilancia. Ubica cámaras (cobertura, ángulos ciegos), iluminación, señalización territorial y retención de grabaciones (¿cumple política, p. ej. 30–90 días?).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condiciones ambientales. Toma temperatura y humedad en frente y detrás de los racks (hot/cold aisle). Compara con rango ASHRAE 18–27 °C / 40–60 % HR.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energía. Confirma existencia de UPS, autonomía, prueba periódica del generador, PDUs redundantes (fuente A/B), y protección contra sobretensión.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los 4 pilares de CPTED al diseño de un estacionamiento corporativo.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las capas de defensa en profundidad física de un datacenter Tier III.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tres controles concretos contra tailgating y su costo/fricción relativa.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los minutos de autonomía de un UPS de 10 kVA con carga de 6 kW y banco de baterías dado (usa una hoja de cálculo).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supresión por agua, gas inerte y clean agent para una sala con personal presente.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un Tier IV usa topología 2N+1 y qué falla único tolera.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produce el informe de evaluación física de una sala de equipos (real o sobre plano) con mapa de capas y tabla de hallazgos priorizada.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mapa muestra al menos 4 capas de defensa en profundidad.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hallazgo tiene estado, nivel de riesgo (P×I) y recomendación accionable.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evalúan las tres dimensiones ambientales: acceso, clima (HVAC) y energía.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recomendación referencia un control de la familia PE de NIST SP 800-53.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"Tengo biometría pero entran extraños" — Tailgating: la biometría no impide que alguien pase detrás. Añade esclusa/torniquete y concienciación.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sala se sobrecalienta pese al AC" — Mala gestión de flujo de aire (mezcla hot/cold aisle). Implementa contención de pasillos y paneles ciegos.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generador no arrancó en el corte real" — Falta de pruebas periódicas con carga. Programa pruebas mensuales y mantenimiento del combustible.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"Instalaron sprinklers sobre los racks" — El agua destruye electrónica. Evalúa clean agent (FM-200/Novec) o pre-action para salas de 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botón EPO se activó por accidente" — EPO sin tapa/guarda. Añade cubierta protegida y señalización clara.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"Las cámaras no cubren la puerta trasera" — Ángulos ciegos. Reubica cámaras y valida cobertura con recorrido físico.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temperatura "correcta" de un datacenter?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ASHRAE TC 9.9 recomienda un rango recomendado de 18–27 °C y humedad relativa de 40–60 %. Operar más fresco gasta energía sin beneficio; más caliente acorta la vida del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¿UPS o generador?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El UPS cubre los segundos hasta que el generador arranca y acondiciona la energía; el generador provee autonomía prolongada. Son capas complementarias, no alternativas.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CPTED antes que guardias y cámaras?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diseñar el entorno para disuadir y controlar accesos de forma natural reduce la carga sobre los controles activos (guardias, CCTV) y baja el costo total. La detección y respuesta se apoyan en un buen diseño de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un Tier III de un Tier IV?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Dominio 3 (Physical Security).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Security and Privacy Controls for Information Systems — SP 800-53 Rev.5, familia 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ASHRAE Technical Committee 9.9. Thermal Guidelines for Data Processing Environments.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Uptime Institute. Tier Classification System — uptimeinstitute.com.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NFPA 75/76 — Standard for the Protection of Information Technology Equipment.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