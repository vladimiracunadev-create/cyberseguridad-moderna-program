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328 — Gestión de riesgos cuantitativa y continuidad avanzada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Pasar del riesgo "por colores" (alto/medio/bajo) al riesgo medido en dinero. Esta clase enseña a cuantificar el riesgo con el modelo FAIR (Factor Analysis of Information Risk) y las métricas clásicas de CISSP —SLE, ARO y ALE—, a manejar la incertidumbre con simulación de Monte Carlo, y a conectar ese análisis con la continuidad del negocio: un BIA (Business Impact Analysis) que fija RTO y RPO, y las estrategias de continuidad (BCP) y recuperación ante desastres (DR). Es el núcleo cuantitativo del dominio Security and Risk Management de CISSP.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la exposición anual de un riesgo con SLE, ARO y ALE, y justificar cada factor.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Descomponer un escenario de riesgo con la taxonomía FAIR (frecuencia de eventos de pérdida × magnitud de pérdida).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 incertidumbre con distribuciones y una simulación de Monte Carlo para obtener un rango de pérdida, no un número único.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BIA que priorice procesos y derive RTO, RPO y MTD para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estrategia de continuidad y DR (sitios, backups, orden de recuperación) coherente con los RTO/RPO fijados.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Riesgo cualitativo vs cuantitativo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SLE, ARO, ALE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Taxonomía FAIR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Distribuciones e incertidumbre (PERT/lognormal)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Simulación de Monte Carlo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ROSI y decisión de control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BIA: procesos críticos, MTD, RTO, RPO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SLE (Single Loss Expectancy): pérdida esperada de un solo evento. SLE = valor del activo (AV) × factor de exposición (EF). Característica clave: mide el impacto de un incidente, no del 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ARO (Annualized Rate of Occurrence): número esperado de veces que el evento ocurre en un año (p. ej. 0,1 = una vez cada diez años). Característica clave: expresa la frecuencia como tasa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 (Annualized Loss Expectancy): pérdida esperada por año. ALE = SLE × ARO. Característica clave: es la métrica que se compara contra el coste de los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FAIR: marco abierto (The Open Group) que descompone el Riesgo = Frecuencia de eventos de pérdida (LEF) × Magnitud de pérdida (LM), y a su vez LEF en frecuencia de amenaza y vulnerabilidad. Característica clave: hace el análisis repetible y defendible, con definiciones consistentes.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 Carlo: técnica que muestrea miles de veces las distribuciones de entrada para producir una distribución de salida. Característica clave: entrega percentiles (p. ej. pérdida en el percentil 90) en lugar de un único valor engañoso.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 (Business Impact Analysis): análisis que identifica procesos críticos y el impacto —económico, legal, reputacional— de su interrupción en el tiempo. Característica clave: es la entrada que justifica las inversiones en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RTO (Recovery Time Objective): tiempo máximo tolerable para restaurar un proceso tras una interrupción. Característica clave: marca cuánta velocidad de recuperación hay que comprar.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analítico/GRC — no hay explotación; se construyen modelos con datos de tu propia organización o de un caso simulado: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(Excel/LibreOffice/Google Sheets) para SLE/ARO/ALE y tablas del BIA.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de Monte Carlo: complemento como Data Table de Excel, o un script en Python con numpy (numpy.random.triangular, lognormal) y matplotlib para graficar la curva de pérdida.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FAIR: hoja con los factores de la taxonomía (LEF, TEF, Vulnerability, LM primaria y secundaria). La guía Open FAIR de The Open Group es la referencia pública.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BIA: inventario de procesos, dependencias, impacto por ventana temporal, RTO/RPO/MTD.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estimación reales: histórico de incidentes, informes de la industria (p. ej. estudios de coste de brecha), y opinión experta calibrada.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Modelar un riesgo con FAIR + Monte Carlo y derivar la continuidad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cuantificas un riesgo de ransomware sobre un sistema crítico y usas el resultado para diseñar su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escenario. Elige un activo (p. ej. la base de datos de pedidos), la amenaza (ransomware) y el efecto (indisponibilidad + posible exfiltración). Escríbelo en una frase de riesgo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clásico ALE. Estima AV (valor del activo/proceso), EF (% de pérdida si ocurre) → SLE. Estima ARO a partir del histórico y la exposición → ALE = SLE × ARO. Anota los supuestos.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con FAIR. Rellena la taxonomía: frecuencia de contacto/amenaza (TEF), vulnerabilidad, y magnitud de pérdida separando pérdida primaria (respuesta, restauración) y secundaria (multas, reputación, clientes).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distribuciones. En lugar de puntos, define rangos calibrados (mínimo, más probable, máximo) para LEF y LM. Usa una distribución triangular o PERT.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 Monte Carlo. Simula 10.000 iteraciones muestreando las distribuciones y multiplicando LEF × LM. Grafica el histograma y extrae media, percentil 50 y percentil 90 de la pérdida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el control (ROSI). Propón un control (backups inmutables + segmentación). Estima cuánto reduce LEF o LM, recalcula el ALE mitigado y compara: ROSI = (ALEantes − ALEdespués − costecontrol) / costecontrol.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ALE de un escenario dado (AV, EF, ARO) y explica qué pasa con el ALE si el ARO se duplica.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un riesgo de fuga de datos con la taxonomía FAIR, separando pérdida primaria y secundaria.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un único número de pérdida es engañoso y qué aporta reportar el percentil 90.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mini Monte Carlo (100 filas en hoja de cálculo o 20 líneas de Python) para una pérdida triangular.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proceso con MTD de 24 h, propón RTO y RPO coherentes y la estrategia de sitio que los cumple.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tres controles por su ROSI y recomienda cuál financiar primero.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análisis de riesgo cuantitativo de un proceso crítico que termine en una estrategia de continuidad justificada.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un ALE clásico (SLE × ARO) con supuestos documentados y un modelo FAIR de los mismos factores.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incertidumbre se modela con distribuciones y una simulación de Monte Carlo, reportando al menos el percentil 90 de pérdida 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análisis ROSI que compara el coste del control contra la reducción de ALE, con una recomendación clara.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BIA deriva RTO, RPO y MTD del proceso, y se verifica que RTO ≤ MTD.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estrategia de continuidad/DR (sitio, backups, orden de recuperación) es coherente con los RTO/RPO y su coste se justifica frente al 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ALE me dio un número exacto de 47.312 €" — Falsa precisión. El riesgo es un rango; reporta percentiles con Monte Carlo, no un punto.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"Puse ARO = 1 porque 'seguro pasa'" — Confundes certeza con frecuencia. ARO es tasa anual estimada; usa histórico y rangos.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FAIR mezcla pérdida primaria y secundaria" — Se sobreestima o infravalora el impacto. Sepáralas: respuesta/restauración vs multas/reputación.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"Definí RTO = 4 h pero el MTD es 2 h" — RTO no puede superar el MTD. Ajusta el RTO o invierte en recuperación más rápida.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"Compré un sitio caliente para un proceso no crítico" — Sobreinversión sin BIA. Deja que el BIA priorice; el gasto en DR sigue al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backups pero nunca probé restaurar" — RPO teórico ≠ recuperación real. Prueba la restauración; un backup no verificado no cumple el RPO.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uso análisis cualitativo y cuándo cuantitativo?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cualitativo (matriz de probabilidad × impacto) es rápido para triar y priorizar muchos riesgos. El cuantitativo (ALE/FAIR/Monte Carlo) se reserva para las decisiones donde el dinero importa: justificar una inversión, elegir entre controles o reportar a dirección. Suelen usarse juntos: cualitativo para filtrar, cuantitativo para los pocos que llegan al comité.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¿FAIR reemplaza a SLE/ARO/ALE?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los contradice: los estructura. FAIR descompone la frecuencia y la magnitud en factores más estimables y define un vocabulario consistente. El resultado sigue siendo una pérdida anualizada, pero con una trazabilidad que un ALE improvisado no 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Monte Carlo y no una simple multiplicación?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las entradas son inciertas. Multiplicar los valores "más probables" ignora las colas: la simulación combina las distribuciones y muestra la probabilidad de escenarios extremos (el percentil 90/95), que es justo lo que preocupa a un comité de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RTO y RPO?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and Risk Management y Business Continuity Planning.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Open Group. Risk Taxonomy (O-RT) y Risk Analysis (O-RA) — estándar Open FAIR — publications.opengroup.org.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Freund, J. &amp; Jones, J. Measuring and Managing Information Risk: A FAIR Approach, Butterworth-Heinemann.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Contingency Planning Guide for Federal Information Systems — SP 800-34 Rev.1.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Hubbard, D. &amp; Seiersen, R. How to Measure Anything in Cybersecurity Risk, Wiley — estimación calibrada y Monte Carlo.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