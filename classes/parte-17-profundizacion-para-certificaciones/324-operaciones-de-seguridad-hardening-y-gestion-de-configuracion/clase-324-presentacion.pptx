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324 — Operaciones de seguridad: hardening y gestión de configuración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la superficie de ataque antes de que llegue el atacante. Esta clase cubre las operaciones de seguridad del día a día: establecer baselines con CIS Benchmarks, mantener la gestión de configuración segura (evitar la deriva/drift), operar un programa de gestión de parches con NIST SP 800-40, integrar la gestión del cambio para que el hardening no rompa el negocio, y aplicar hardening de sistemas operativos y servicios. Es el corazón de Security Operations en Security+ y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Establecer una baseline de seguridad a partir de un CIS Benchmark y medir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corregir la deriva de configuración (configuration drift) con gestión de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ciclo de gestión de parches con priorización, ventanas y validación (NIST SP 800-40).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el proceso de gestión del cambio (RFC, aprobación, rollback) con las operaciones de hardening.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medidas de hardening de OS y servicios reduciendo la superficie de ataque de forma verificable.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Baselines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CIS Benchmarks y niveles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Hardening de OS y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Gestión de configuración y drift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Gestión de parches (SP 800-40)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Gestión del cambio (RFC, CAB, rollback)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Automatización (IaC, Ansible/GPO)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de seguridad: conjunto mínimo y documentado de ajustes de configuración que define el estado "seguro conocido" de un sistema. Característica clave: es el punto de referencia contra el que se mide la deriva y el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Benchmark: guía de hardening consensuada por la comunidad, específica por plataforma (Windows, Linux, navegadores, nube), con recomendaciones justificadas y verificables. Característica clave: define niveles —L1 (seguridad práctica sin romper funcionalidad) y L2 (defensa profunda para entornos sensibles).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Hardening: proceso de reducir la superficie de ataque —desactivar servicios/puertos innecesarios, cerrar cuentas por defecto, aplicar mínimo privilegio, cifrar. Característica clave: menos funciones expuestas = menos vías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Configuration drift (deriva): divergencia gradual de la configuración real respecto de la baseline por cambios manuales no controlados. Característica clave: reintroduce riesgo silenciosamente; se combate con gestión de configuración y monitoreo.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parches: proceso de identificar, priorizar, probar, desplegar y verificar actualizaciones (NIST SP 800-40). Característica clave: no es "instalar todo ya"; prioriza por riesgo y valida antes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del cambio: proceso formal (RFC → evaluación → aprobación del CAB → implementación → verificación → rollback si falla). Característica clave: cada cambio queda autorizado, documentado y reversible.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 (Change Advisory Board): comité que evalúa y aprueba cambios según riesgo e impacto. Característica clave: separa la decisión de la ejecución y evita cambios sorpresa en producción.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con máquinas de prueba (nunca producción sin autorización):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de prueba (Windows Server o Ubuntu) aislada para aplicar y revertir cambios con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 correspondiente (PDF gratuito) y, si está disponible, CIS-CAT Lite para evaluar cumplimiento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configuración: Ansible/PowerShell DSC o GPO para aplicar el hardening de forma repetible.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configuración: OpenSCAP (perfiles SCAP) o Lynis en Linux para medir el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cambios (RFC) y plantilla de gestión del cambio con plan de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Aplicar un CIS Benchmark con gestión del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endureces una VM siguiendo un CIS Benchmark, controlando el proceso con gestión de configuración y del cambio.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la línea base actual. En la VM aislada, ejecuta un escaneo inicial (CIS-CAT Lite, OpenSCAP o Lynis) y guarda el porcentaje de cumplimiento y los hallazgos. Haz un snapshot.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el benchmark y nivel. Descarga el CIS Benchmark de la plataforma y elige nivel (L1 para un servidor de propósito general). Justifica por qué L1 y no L2.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un RFC. Registra el cambio: qué recomendaciones se aplicarán, riesgo, ventana, plan de pruebas y plan de rollback (restaurar snapshot). Simula la aprobación del CAB.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el hardening por lotes. Implementa un grupo de recomendaciones (p. ej. políticas de contraseña, desactivar servicios innecesarios, cerrar puertos, deshabilitar cuentas por defecto) con Ansible/GPO/DSC —no a mano— para que sea repetible.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Reescanea y compara. Vuelve a medir el cumplimiento y confirma la mejora. Documenta qué recomendaciones no se aplicaron y por qué (excepciones justificadas).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 funcionalidad. Verifica que los servicios legítimos siguen operando. Si algo se rompe, ejecuta el rollback y ajusta la excepción: así se demuestra el valor de la gestión del cambio.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cuándo elegir CIS nivel L1 y cuándo L2 para tres tipos de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RFC completo (cambio, riesgo, ventana, pruebas, rollback) para desactivar SMBv1 en una flota.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tarea de Ansible/GPO que aplique tres recomendaciones de hardening y sea idempotente.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flujo de detección de drift: qué se escanea, cada cuánto y cómo se corrige.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cinco parches por riesgo (CVSS + explotación + exposición) y define su ventana.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excepción de baseline justificada y su compensación (control alternativo).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hardening de una VM controlado por gestión del cambio, con evidencia de mejora y de control de drift.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medición de cumplimiento inicial y final contra un CIS Benchmark, con mejora demostrada.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hardening se aplicó de forma repetible (Ansible/GPO/DSC/IaC), no manual, y la baseline quedó versionada.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RFC con riesgo, ventana, pruebas y plan de rollback, más una lista de excepciones 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detectó y corrigió al menos un caso de configuration drift desde la fuente de verdad.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ciclo incluye gestión de parches con priorización por riesgo y ventana documentada (SP 800-40).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"Apliqué el benchmark y el sistema dejó de funcionar" — Endureciste sin probar. Usa snapshot, aplica por lotes y prueba funcionalidad antes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"Cada servidor está configurado distinto" — Hardening manual = deriva. Aplica desde una fuente de verdad (IaC/GPO) idempotente.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"Instalamos todos los parches de golpe y algo se rompió" — Falta priorización y prueba. Prioriza por riesgo y valida en laboratorio antes del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"Cambié la config a mano y nadie se enteró" — Sin gestión del cambio hay drift invisible. Todo cambio pasa por RFC y queda registrado.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benchmark exige algo que rompe una app crítica" — No fuerces L2 donde no toca. Documenta una excepción con control compensatorio y aprueba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"Medimos cumplimiento una vez al año" — El cumplimiento se degrada. Implementa monitoreo continuo (SP 800-137) para vigilar la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¿CIS Benchmark nivel 1 o nivel 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aplica controles prudentes que rara vez rompen funcionalidad y sirve como base para casi todo. L2 añade defensa en profundidad para entornos sensibles, a costa de posibles impactos de compatibilidad. Empieza en L1 y sube donde el riesgo lo justifique.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aplicar todas las recomendaciones del benchmark?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 ciegas. Cada recomendación se evalúa contra tu contexto; las que rompan operaciones legítimas se gestionan como excepción documentada con un control compensatorio, no se ignoran en silencio.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 deriva de configuración?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Definiendo la configuración como código (IaC/GPO/DSC) desde una fuente de verdad, aplicándola de forma idempotente y verificando continuamente con un escáner. Cuando aparece drift, se reaplica la configuración canónica.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¿Parchear rápido o parchear seguro?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Security+ (SY0-701) Exam Objectives — dominio Security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CIS. CIS Benchmarks y CIS-CAT — cisecurity.org/cis-benchmarks.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Guide to Enterprise Patch Management Planning — SP 800-40 Rev.4.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Information Security Continuous Monitoring (ISCM) — SP 800-137.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