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315 — MFA y gestión de accesos privilegiados (PAM)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Reforzar la autenticación con múltiples factores (MFA) —incluyendo passkeys/FIDO2 resistentes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phishing— y gobernar las cuentas más peligrosas de la organización mediante PAM (Privileged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 Management): bóvedas de credenciales, acceso just-in-time (JIT), grabación de sesión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 para administradores. Cierra el bloque de identidad de esta parte con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que más reducen el riesgo de compromiso de cuentas, alineado con NIST SP 800-63B y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los factores de autenticación y evaluar su fuerza y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funcionan TOTP, push, FIDO2/WebAuthn y passkeys, y sus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SMS-OTP es un factor débil según NIST SP 800-63B.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política MFA por nivel de riesgo con autenticación adaptativa.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capacidades de una solución PAM: bóveda, rotación, JIT y grabación.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acceso privilegiado con aprobación y trazabilidad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Factores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MFA y su fuerza relativa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FIDO2 / WebAuthn / passkeys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 adaptativa / basada en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Cuentas privilegiadas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PAM: bóveda, rotación, checkout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JIT y zero standing privilege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autenticación: categoría de prueba de identidad — algo que sabes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(contraseña/PIN), algo que tienes (token, teléfono, llave) y algo que eres (biometría).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exige combinar factores de categorías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autenticación con dos o más factores independientes. Característica: aunque roben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contraseña, falta el segundo factor.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TOTP: código de un solo uso basado en tiempo (RFC 6238), generado por app autenticadora.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Mejor que SMS, pero aún phishable (el usuario puede teclearlo en un sitio falso).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autenticadora TOTP (Google Authenticator, Aegis, etc.) y, si tienes, una llave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FIDO2 (YubiKey, o passkey del sistema operativo/navegador) para probar WebAuthn en sitios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demostración propios (p. ej. el demo oficial de WebAuthn).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Keycloak u otro IdP de laboratorio para configurar políticas MFA por flujo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referencia NIST SP 800-63B (AAL, requisitos de autenticadores).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PAM: material conceptual de una solución (CyberArk, Delinea, HashiCorp Vault, Microsoft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 PIM). Para el ejercicio basta el diseño del flujo; no necesitas desplegar la herramienta.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Política MFA y flujo de acceso privilegiado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"NovaSalud", integrando lo visto en las clases 313 y 314.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factores. Lista los métodos disponibles (contraseña, SMS-OTP, TOTP, push,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FIDO2/passkey, biometría) y clasifícalos por categoría y por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MFA por riesgo. Define reglas: (a) acceso normal a apps internas → contraseña 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TOTP/push; (b) acceso a datos Restringido o desde red no confiable → exige FIDO2/passkey;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(c) administradores → siempre AAL3 (FIDO2 de hardware). Justifica cada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adaptativa. Añade señales de riesgo (ubicación imposible, dispositivo nuevo,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6 métodos de autenticación por categoría de factor y por resistencia al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"contraseña + PIN" no es verdadera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Describe, a alto nivel, cómo WebAuthn impide el phishing que sí afecta a TOTP.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MFA de 3 niveles de riesgo con el factor exigido en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completo de checkout de una credencial privilegiada con aprobación y rotación.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la adopción de zero standing privilege frente a un modelo de admin permanente.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MFA y PAM para NovaSalud que incluya: la clasificación de factores,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MFA por nivel de riesgo con adaptativa, el inventario de cuentas privilegiadas,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PAM de checkout (aprobación → JIT → bóveda → grabación → rotación) y la política de break-glass.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dado el escenario "un administrador necesita acceso urgente a la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datos clínica a las 3 a. m.", tu plan describe exactamente qué factor MFA se le exige, cómo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obtiene la credencial, por cuánto tiempo, qué queda registrado y cuándo se revoca — sin que ninguna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 privilegiada quede activa de forma permanente.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por SMS considerado "seguro" — SMS es susceptible a SIM swapping e intercepción (NIST lo desaconseja). Migra a TOTP o FIDO2.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aprueban push sin mirar (MFA fatigue) — Bombardeo de notificaciones. Usa number matching o pasa a FIDO2/passkeys.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 con privilegio permanente 24/7 — Ventana de exposición enorme. Aplica JIT y zero standing privilege.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de root compartida en un gestor de equipo — Sin trazabilidad ni rotación. Usa una bóveda PAM con checkout individual.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break-glass usada como acceso rutinario — Se convierte en puerta trasera. Sella, alerta en cada uso y revisa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sin cubrir el IdP ni el propio PAM — El eslabón de control queda expuesto. Protege IdP y PAM con el factor más fuerte.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dice que FIDO2/passkeys son "resistentes al phishing"?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credencial criptográfica está ligada al origen (dominio) real. Si el usuario llega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sitio falso, la firma no se genera para ese dominio, así que no hay nada que el atacante pueda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— a diferencia de un TOTP, que el usuario puede teclear en la web fraudulenta.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¿MFA hace innecesarias las buenas contraseñas?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MFA es una capa adicional; la contraseña sigue siendo un factor. NIST SP 800-63B recomienda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frases largas, verificar contra listas de contraseñas comprometidas y evitar rotaciones forzadas sin motivo.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800-63B — Digital Identity Guidelines: Authentication and Lifecycle Management. &lt;https://pages.nist.gov/800-63-3/sp800-63b.html&gt;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 Alliance / W3C — WebAuthn y passkeys. &lt;https://www.w3.org/TR/webauthn-2/&gt;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IAM (MFA y acceso privilegiado).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6238 — TOTP: Time-Based One-Time Password Algorithm. &lt;https://www.rfc-editor.org/rfc/rfc6238&gt;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Implementing Phishing-Resistant MFA. &lt;https://www.cisa.gov/resources-tools/resources/implementing-phishing-resistant-mfa&gt;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