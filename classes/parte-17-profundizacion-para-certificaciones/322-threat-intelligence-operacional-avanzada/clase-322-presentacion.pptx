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322 — Threat intelligence operacional avanzada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Transformar datos sueltos de amenazas en inteligencia accionable que dirija la defensa. Esta clase cubre el ciclo de inteligencia, la diferencia entre IOCs e IOAs, la Pyramid of Pain, el consumo y producción de feeds mediante una TIP (Threat Intelligence Platform) como MISP, el mapeo a MITRE ATT&amp;CK y la aplicación del Diamond Model para caracterizar intrusiones. Es contenido puramente defensivo: entender al adversario para detectarlo y anticiparlo, no para imitarlo.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las seis fases del ciclo de inteligencia sobre un caso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IOCs de IOAs y ubicar cada indicador en la Pyramid of Pain para priorizar defensas.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Operar MISP: crear un evento, añadir atributos, etiquetar con taxonomías y compartir en comunidad.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la actividad de un adversario a técnicas de MITRE ATT&amp;CK y construir una matriz de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Diamond Model para caracterizar una intrusión (adversario, capacidad, infraestructura, víctima).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Ciclo de inteligencia (6 fases)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Niveles: estratégico, operacional, táctico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IOC vs IOA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Pyramid of Pain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Feeds, TIP y estándares (STIX/TAXII)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MISP en operación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MITRE ATT&amp;CK y mapeo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Ciclo de inteligencia: proceso de Dirección → Recolección → Procesamiento → Análisis → Difusión → Retroalimentación. Característica clave: es iterativo; sin dirección (requisitos) se recolecta ruido.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 (Indicator of Compromise): evidencia observable de que algo ya ocurrió —hash, IP, dominio, mutex. Característica clave: es reactivo y volátil; el adversario lo cambia con facilidad.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IOA (Indicator of Attack): comportamiento en curso que revela intención —p. ej. proceso de Office lanzando PowerShell codificado. Característica clave: es proactivo y más difícil de evadir porque describe cómo actúa 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Pyramid of Pain (David Bianco): jerarquía de indicadores por el "dolor" que causa al adversario detectarlos: hash &lt; IP &lt; dominio &lt; artefactos de red/host &lt; herramientas &lt; TTPs. Característica clave: cuanto más arriba, más caro le resulta al atacante adaptarse.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TIP (Threat Intelligence Platform): sistema que ingiere, normaliza, enriquece y comparte inteligencia (p. ej. MISP, OpenCTI). Característica clave: automatiza el flujo de feeds hacia los controles (SIEM, EDR, firewall).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STIX / TAXII: STIX es el formato estructurado para describir amenazas; TAXII es el protocolo para transportarlo. Característica clave: permiten compartir inteligencia entre organizaciones de forma legible por máquina.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ATT&amp;CK: base de conocimiento de tácticas (el por qué) y técnicas (el cómo) del adversario, con IDs (TA0001, T1059). Característica clave: es el lenguaje estándar para mapear TTPs y medir cobertura de detección.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 de laboratorio propio y aislado; solo se consume inteligencia pública o ficticia: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MISP (máquina virtual o contenedor oficial) para gestionar eventos, atributos y feeds.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Navigator para construir capas (layers) de cobertura y superponer grupos.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Fuentes abiertas de ejemplo: feeds públicos de MISP, CISA Advisories, informes de proveedores (solo lectura para el ejercicio).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el mapeo TTP ↔ detección ↔ fuente de 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Editor de texto / JSON para inspeccionar objetos STIX de ejemplo.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Construir un playbook de threat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a partir de un informe público de un grupo (ficticio o de ejemplo), produces un playbook de TI completo.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los requisitos (Dirección). Escribe la pregunta de inteligencia: p. ej. "¿Está mi organización expuesta a las técnicas del grupo APT-X que ataca al sector financiero?". Sin esto, todo lo demás es ruido.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Recolecta. Reúne el informe/CTI de ejemplo y extrae indicadores y comportamientos. Separa lo observable (IOCs) de los comportamientos (IOAs).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Procesa en MISP. Crea un evento, añade atributos (dominios, hashes, IPs de ejemplo), etiqueta con taxonomías (tlp:amber, kill-chain) y galaxias (grupo/ATT&amp;CK).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con la Pyramid of Pain. Clasifica cada indicador por nivel y decide dónde invertir: bloquear hashes es barato para el atacante; detectar TTPs le duele. Prioriza detecciones de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a MITRE ATT&amp;CK. Lista las técnicas observadas (p. ej. T1566 phishing, T1059.001 PowerShell, T1486 cifrado). Construye una capa en ATT&amp;CK Navigator.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Cruza con tu telemetría. Para cada técnica, anota qué fuente de log/regla la detectaría (EDR, Sysmon, proxy). Marca huecos de cobertura.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diez indicadores dados como IOC o IOA y justifica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Ubica cinco indicadores en la Pyramid of Pain y explica la prioridad de defensa resultante.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evento MISP con al menos cinco atributos, dos etiquetas de taxonomía y una galaxia de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un informe de amenazas a seis técnicas de ATT&amp;CK y construye la capa en Navigator.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Rellena un Diamond Model para una intrusión de ejemplo y describe un pivote posible por infraestructura.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producto de inteligencia estratégico (media página) para la dirección a partir de un informe táctico.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entrega un playbook de threat intelligence que convierta un informe de amenazas en detecciones y en productos para tres audiencias.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playbook parte de un requisito de inteligencia explícito (fase de Dirección).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indicadores están separados en IOCs e IOAs y clasificados en la Pyramid of Pain con prioridad justificada.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un evento MISP con atributos, taxonomías (TLP) y galaxia de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una capa de MITRE ATT&amp;CK con al menos seis técnicas y su fuente de detección, señalando huecos de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incluye un Diamond Model con los cuatro vértices y un pivote propuesto, más tres productos de inteligencia (táctico, operacional, estratégico).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"Tengo miles de IOCs y ninguno sirve" — Recolectaste sin dirección. Empieza por el requisito de inteligencia y filtra lo relevante.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"Bloqueé los hashes y el ataque volvió" — Los hashes están en la base de la pirámide; el atacante los cambia. Sube a detectar TTPs.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"MISP está lleno pero nadie lo usa" — Falta integración y contexto. Etiqueta con TLP/ATT&amp;CK y expórtalo al SIEM/EDR.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"Mapeé todo a ATT&amp;CK pero sin telemetría" — Mapear sin cruzar con logs no mide cobertura. Asocia cada técnica a una fuente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"Confundo táctica y técnica" — Táctica = objetivo (por qué); técnica = método (cómo). Usa los IDs TA/T para no mezclarlos.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 informe estratégico está lleno de hashes" — Erraste la audiencia. La dirección necesita riesgo y tendencia, no indicadores crudos.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diferencia práctica entre IOC e IOA?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IOC dice "vi esta IP/hash" (pasado, fácil de cambiar); un IOA dice "estoy viendo a Word lanzar PowerShell codificado" (comportamiento, difícil de evadir). Las detecciones basadas en IOA envejecen mejor.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la Pyramid of Pain cambia mi estrategia?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revela dónde invertir: bloquear indicadores de la base es barato de evadir para el adversario; detectar sus TTPs (la cima) le obliga a rediseñar su operación. La defensa madura sube por la pirámide.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¿MISP u OpenCTI?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MISP destaca en compartición de indicadores y comunidades; OpenCTI en modelado de conocimiento y relaciones. Muchas organizaciones usan MISP para IOCs y ATT&amp;CK/STIX como capa de conocimiento; no son excluyentes.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Diamond Model reemplaza a la Cyber Kill Chain?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 Blue Team. Blue Team Level 1 (BTL1) — dominio Threat Intelligence.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Bianco, David. The Pyramid of Pain — detect-respond.blogspot.com.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MITRE. ATT&amp;CK — attack.mitre.org · ATT&amp;CK Navigator.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Caltagirone, Pendergast &amp; Betz. The Diamond Model of Intrusion Analysis — activeresponse.org.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MISP Project. MISP User Guide — misp-project.org · OASIS STIX/TAXII.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