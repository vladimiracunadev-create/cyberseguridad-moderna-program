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323 — Pruebas de seguridad del software y evaluación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que el software es seguro antes y después de desplegarlo. Esta clase cubre las pruebas de seguridad del software desde la óptica de evaluación de CISSP: revisión de código seguro (manual y asistida), las técnicas automatizadas SAST/DAST/IAST/SCA, las pruebas de penetración de aplicaciones (encuadre defensivo y de evaluación), la gestión de hallazgos con severidad y SLA, y la verificación contra OWASP ASVS como estándar de requisitos. El enfoque es de evaluación y aseguramiento: encontrar y gestionar defectos, no explotarlos en producción.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SAST, DAST, IAST y SCA, y ubicar cada uno en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revisión de código seguro guiada por checklist y por hallazgos de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Encuadrar una prueba de penetración de aplicación: alcance, reglas de enfrentamiento y entregables.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hallazgos: severidad, riesgo, deduplicación, triage de falsos positivos y SLA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requisitos de seguridad de una aplicación contra los niveles de OWASP ASVS.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Pruebas en el SDLC (shift-left)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SAST (análisis estático)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DAST (análisis dinámico)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IAST y SCA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Revisión de código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Pentest de aplicaciones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hallazgos y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 (Static Application Security Testing): analiza el código fuente/binario sin ejecutarlo. Característica clave: cobertura temprana y amplia, pero muchos falsos positivos; no ve fallos de configuración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 (Dynamic Application Security Testing): prueba la aplicación en ejecución desde fuera, sin ver el código. Característica clave: baja tasa de falsos positivos en lo que encuentra, pero cobertura limitada a lo que alcanza; se ejecuta tarde en el ciclo.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IAST (Interactive AST): instrumenta la aplicación y observa su comportamiento durante las pruebas funcionales. Característica clave: combina visibilidad de código y runtime, reduciendo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 (Software Composition Analysis): identifica dependencias y librerías vulnerables y sus licencias. Característica clave: cubre el riesgo de terceros (la mayor parte del código moderno), p. ej. CVE en paquetes.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 de código seguro (secure code review): inspección manual, guiada por checklist, de zonas sensibles (autenticación, validación de entrada, criptografía, manejo de errores). Característica clave: detecta fallos de lógica de negocio que ninguna herramienta automatiza.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penetración de aplicación: evaluación autorizada que valida la explotabilidad real de los hallazgos. Característica clave: se realiza con alcance y reglas de enfrentamiento por escrito, en entorno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Positivo/negativo, verdadero/falso: un falso positivo es una alerta sin defecto real; un falso negativo es un defecto no detectado. Característica clave: el triage busca minimizar falsos negativos sin ahogarse en falsos positivos.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con una aplicación deliberadamente vulnerable de práctica: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de práctica intencionalmente insegura (p. ej. OWASP Juice Shop o WebGoat) desplegada solo en local/laboratorio.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Semgrep o SonarQube sobre el código de la app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DAST: OWASP ZAP en modo pasivo/activo contra la app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SCA: OWASP Dependency-Check o npm audit/pip-audit según el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Checklist ASVS (OWASP) y una hoja de cálculo de gestión de hallazgos (ID, título, severidad, CWE, estado, SLA).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Revisión de código y evaluación de una app de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evalúas una aplicación vulnerable de laboratorio combinando revisión manual y herramientas, y gestionas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entorno. Despliega la app de práctica en una VM/contenedor aislado sin acceso a producción. Confirma el alcance por escrito: qué se prueba y qué queda fuera.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 SCA. Ejecuta el análisis de dependencias y anota las librerías con CVE conocidos y su severidad. Es el hallazgo más rápido y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SAST. Corre Semgrep/SonarQube sobre el código. Exporta los hallazgos con su CWE y descarta ruido evidente (marcando el criterio del triage).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la revisión de código guiada. Con checklist ASVS, revisa manualmente cuatro zonas: autenticación/sesión, validación de entrada, criptografía/almacenamiento de secretos y manejo de errores/logging. Documenta hallazgos de lógica que SAST no 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DAST. Lanza ZAP contra la app en ejecución (escaneo pasivo y luego activo autorizado). Correlaciona sus hallazgos con los de SAST para confirmar explotabilidad.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y deduplica. Une los hallazgos de SCA+SAST+DAST+revisión en un único registro. Marca duplicados y clasifica cada uno con severidad (CVSS/riesgo) y CWE.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SAST, DAST, IAST y SCA en una línea del SDLC y explica el mejor momento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un fragmento de código dado y encuentra dos fallos de validación de entrada, citando el CWE.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diez hallazgos de SAST: marca falsos positivos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requisitos ASVS y determina el nivel (L1/L2/L3) que incumplen.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política de SLA de remediación por severidad y justifícala con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hallazgo de SAST con uno de DAST para demostrar explotabilidad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informe de evaluación de seguridad de la app de práctica, con hallazgos gestionados y verificación ASVS.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combinaron al menos tres técnicas (SCA, SAST, DAST y/o revisión manual) sobre software propio/autorizado en entorno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de hallazgos está deduplicado, con severidad, CWE, dueño y SLA por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triage documentado de falsos positivos con su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incluye la verificación ASVS de un conjunto de requisitos L1/L2 con evidencia de cumple/no cumple.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tiene resumen ejecutivo sin jerga y tabla priorizada de remediación.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"SAST reporta 500 hallazgos, imposible revisarlos" — Falta triage y contexto. Filtra por severidad, agrupa por regla y descarta patrones de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"DAST no encontró la vulnerabilidad que sé que existe" — DAST solo ve lo que alcanza. Complementa con SAST y revisión manual (cobertura).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herramienta no vio el fallo de lógica de negocio" — Ninguna herramienta razona la lógica. Eso exige revisión manual guiada por checklist.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"Corrimos las pruebas justo antes de producción" — Demasiado tarde. Integra SAST/SCA en el pipeline (shift-left) para corregir barato.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"Reportamos hallazgos pero nadie los arregla" — Sin dueño ni SLA no hay remediación. Asigna responsable y plazo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"Probamos una app de un tercero sin permiso" — Es ilegal. Toda prueba requiere autorización por escrito y entorno autorizado.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o DAST, cuál elijo?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son complementarios. SAST ve el código temprano con muchos falsos positivos; DAST prueba la app viva con menos ruido pero cobertura limitada. Añade SCA para dependencias y revisión manual para la lógica.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ASVS debo apuntar?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es una línea base para cualquier app; L2 es el objetivo típico de aplicaciones que manejan datos sensibles; L3 se reserva para sistemas de alto valor/vida crítica. Elige según el riesgo del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revisión manual sigue siendo necesaria con tantas herramientas?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Las herramientas escalan la búsqueda de patrones conocidos, pero los fallos de lógica de negocio, control de acceso y flujos de autorización casi siempre requieren un revisor humano.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qué remediar primero?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Assessment &amp; Testing y Software Development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Application Security Verification Standard (ASVS) 4.0 — owasp.org/asvs.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Code Review Guide y Web Security Testing Guide (WSTG) — owasp.org.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MITRE. CWE — Common Weakness Enumeration — cwe.mitre.org.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OWASP. ZAP, Dependency-Check y Juice Shop — proyectos de referencia.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