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318 — Gestión del programa de vulnerabilidades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y operar un programa de gestión de vulnerabilidades (VM) completo: no un escaneo aislado, sino un ciclo continuo de descubrimiento, priorización basada en riesgo, remediación con SLAs y medición. Aprenderás a priorizar con CVSS + EPSS + CISA KEV en lugar de perseguir solo el número más alto, y a demostrar mejora con métricas —material del dominio de Vulnerability Management de CySA+ y de NIST SP 800-40.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las fases del ciclo de VM (inventario, descubrimiento, análisis, priorización, remediación, verificación, mejora).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vulnerabilidades combinando severidad (CVSS), probabilidad de explotación (EPSS) y explotación activa (KEV).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SLAs de remediación por criticidad y activos, alineados con el apetito de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métricas clave: MTTR, tasa de remediación, densidad de vulnerabilidades, cobertura de escaneo, envejecimiento (aging).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pipeline de VM con roles, cadencia y flujo de excepciones.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de vida de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Inventario y cobertura de activos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Descubrimiento: escaneo autenticado vs no autenticado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CVSS (Base/Temporal/Environmental)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EPSS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CISA KEV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SLAs de remediación y excepciones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Gestión de vulnerabilidades (VM): proceso continuo de identificar, evaluar, tratar y reportar vulnerabilidades. Característica clave: cíclico y basado en riesgo, no un escaneo puntual.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 (credentialed): el escáner inicia sesión en el activo y lee versión de paquetes/parches. Característica clave: mucho más preciso y con menos falsos positivos que el no autenticado.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(Common Vulnerability Scoring System): puntúa la severidad técnica de 0.0 a 10.0. Base (intrínseca), Temporal (madurez del exploit) y Environmental (ajuste al contexto propio). Característica clave: mide severidad, no probabilidad ni impacto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EPSS (Exploit Prediction Scoring System): probabilidad (0–1) de que una CVE sea explotada en los próximos 30 días, según datos observados. Característica clave: complementa a CVSS con likelihood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KEV (Known Exploited Vulnerabilities): catálogo de CVEs con explotación confirmada en la práctica. Característica clave: si una CVE está en KEV, se remedia con máxima urgencia sin importar su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SLA de remediación: plazo máximo para corregir según criticidad (p. ej. Crítica 7–15 días, Alta 30, Media 90). Característica clave: hace exigible la remediación y permite medir cumplimiento.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MTTR (Mean Time To Remediate): tiempo medio desde detección hasta corrección. Característica clave: métrica central de eficiencia del programa.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Monta un laboratorio de VM aislado (nunca escanees activos ajenos sin autorización):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Escáner: OpenVAS/Greenbone (gratuito) o Nessus Essentials en una VM.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 de práctica: Metasploitable 2/3 o una VM con software antiguo, en red host-only.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priorización: API pública de EPSS (FIRST.org), catálogo CISA KEV (JSON descargable), y NVD para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o script Python para cruzar CVE × CVSS × EPSS × KEV y ordenar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Gestor de tickets (Jira, GitHub Issues) para simular el flujo de remediación.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Construir un pipeline de priorización de VM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escanearás un objetivo de laboratorio y construirás una cola de remediación priorizada por riesgo con SLAs.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Inventaría el objetivo. En la red host-only, identifica el activo (Metasploitable) y clasifícalo por criticidad de negocio (aquí: bajo, es lab).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no autenticado. Lanza Greenbone/OpenVAS contra el objetivo. Guarda el reporte (lista de CVEs con CVSS).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autenticado. Repite con credenciales del sistema y compara: observa cuántas vulnerabilidades adicionales aparecen y cuántos falsos positivos se reducen.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las CVEs. Exporta a CSV: CVE, CVSSbase, activo, severidad.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Enriquece con EPSS. Consulta la API de FIRST (https://api.first.org/data/v1/epss?cve=CVE-XXXX-YYYY) y añade la columna epss.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Cruza con KEV. Descarga el JSON de CISA KEV y marca enkev = sí/no para cada CVE.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Dada una lista de 5 CVEs con su CVSS y EPSS, ordénalas por riesgo y justifica por qué EPSS puede subir o bajar la prioridad frente a CVSS solo.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una CVE con CVSS 6.5 en KEV puede ser más urgente que una CVSS 9.8 que no lo está.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tabla de SLAs para tres niveles de criticidad de activo (crítico/importante/estándar) × cuatro prioridades.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excepción de riesgo con todos los campos obligatorios.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el MTTR de un conjunto de tickets con fechas de apertura/cierre dado.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tres métricas para reportar al comité de riesgos y qué decisión habilita cada una.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un pipeline de priorización de VM funcional que cruce, para al menos 15 CVEs reales, CVSS + EPSS + KEV y produzca una cola ordenada con SLAs asignados y métricas del ciclo.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CVE presente en KEV queda como prioridad máxima, independientemente de su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priorización usa las tres señales (severidad, probabilidad, explotación activa), no solo 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Cada prioridad tiene un SLA numérico y una fecha límite calculada desde la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reportan al menos MTTR y % de remediación dentro de SLA.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"Priorizo solo por CVSS 9–10 y nunca acabo" — CVSS mide severidad, no riesgo. Añade EPSS y KEV para enfocar lo realmente explotable.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"Muchos falsos positivos en el reporte" — Escaneo no autenticado. Usa escaneo con credenciales para leer versiones/parches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"El escáner tiró un servicio en producción" — Escaneo agresivo/inseguro sobre activos sensibles. Ajusta la política, usa ventanas y escaneo pasivo donde aplique.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"Las excepciones no vencen nunca" — Excepción sin fecha de revisión. Toda excepción debe tener dueño, compensaciones y caducidad.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sé si mejoramos" — Faltan métricas de tendencia. Mide MTTR, aging y % dentro de SLA mes a mes.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"Escaneo trimestral y me sorprenden 0-days" — Cadencia insuficiente. Combina escaneo continuo con alimentación de threat intel (KEV).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¿CVSS o EPSS?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Ambos, más KEV. CVSS te dice cuán grave es técnicamente; EPSS, qué tan probable es que la exploten; KEV, si ya la están explotando. Priorizar con las tres reduce ruido y enfoca el esfuerzo.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cuánto debo escanear?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800-40 Rev.4 promueve gestión continua. En la práctica: escaneo continuo/semanal para activos expuestos, mensual para internos, y re-escaneo inmediato tras remediar o tras una entrada nueva en KEV.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¿Parcheo o mitigo?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parche es la remediación definitiva; cuando no es posible a tiempo, aplica mitigaciones compensatorias (segmentación, WAF, deshabilitar el servicio) y documenta la excepción con fecha de revisión.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métricas presento a la dirección?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Guide to Enterprise Patch Management Planning — SP 800-40 Rev.4.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 &amp; Seidl. CompTIA CySA+ Study Guide (CS0-003), Sybex.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EPSS — Exploit Prediction Scoring System — first.org/epss.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CISA. Known Exploited Vulnerabilities Catalog — cisa.gov/known-exploited-vulnerabilities-catalog.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CVSS v3.1/v4.0 Specification — first.org/cvss.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