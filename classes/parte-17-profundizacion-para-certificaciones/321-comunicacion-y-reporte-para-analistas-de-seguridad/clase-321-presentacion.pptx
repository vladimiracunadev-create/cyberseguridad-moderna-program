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321 — Comunicación y reporte para analistas de seguridad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hallazgo que nadie entiende no se remedia. Esta clase enseña a comunicar y reportar como analista de seguridad: escribir informes de vulnerabilidades e incidentes claros, adaptar el mensaje a la audiencia (técnica, gestión, ejecutiva, legal), definir métricas y KPIs que importan, y comunicar durante un incidente sin generar pánico ni filtrar información sensible. Es el dominio de Reporting and Communication de CySA+ (el de mayor peso conceptual en el examen) y una habilidad que define la carrera de un analista tanto como su capacidad técnica.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de vulnerabilidades y uno de incidente con estructura estándar (resumen ejecutivo, hallazgos, evidencia, recomendaciones).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un mismo hallazgo a tres audiencias: técnica, gestión y dirección ejecutiva.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métricas de programa (MTTD, MTTR, cobertura, backlog de vulnerabilidades) con umbral y frecuencia.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plan de comunicación de crisis durante un incidente activo, con canales y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obligaciones de notificación (interna, clientes, reguladores, fuerzas del orden) y sus plazos.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informe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Audiencia técnica vs gestión vs ejecutiva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Resumen ejecutivo (BLUF)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Métricas, KPIs y KRIs de 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Comunicación durante un incidente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Escalado y árbol de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Notificaciones obligatorias y plazos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BLUF (Bottom Line Up Front): técnica de redacción que pone la conclusión y la acción requerida al principio. Característica clave: respeta el tiempo del lector ejecutivo, que decide antes de leer el detalle.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media página sin jerga que responde qué pasó, qué impacto tiene en el negocio y qué se pide decidir. Característica clave: se escribe al final pero se lee primero; no contiene comandos ni CVE crudos.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/ MTTR: Mean Time To Detect (tiempo medio hasta detectar) y Mean Time To Respond/Remediate (hasta responder/remediar). Característica clave: miden la eficacia operativa del SOC y son los KPIs que la dirección entiende.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vs KRI: un KPI mide desempeño pasado (% de activos escaneados); un KRI anticipa riesgo (nº de sistemas críticos sin parchear &gt; SLA). Característica clave: se reportan juntos para dar foto y tendencia.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Stakeholder / audiencia: grupo con interés en el reporte —analistas, dueños de sistema, gestión, dirección, legal, comunicación, reguladores. Característica clave: cada uno necesita distinto nivel de detalle y distinto vocabulario.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fuera de banda (out-of-band): medio de comunicación alterno (teléfono, Signal, sala física) usado durante un incidente por si el atacante controla el correo/chat corporativo. Característica clave: evita alertar al adversario y mantener la coordinación aunque el entorno esté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Ventana de notificación: plazo legal para notificar una brecha (p. ej. 72 horas a la autoridad bajo GDPR). Característica clave: corre desde que se conoce la brecha, no desde que se resuelve.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comunicación; el "entorno" es documental y de plantillas: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informe (procesador de textos o Markdown): estructura fija de portada, resumen ejecutivo, hallazgos, evidencia, recomendaciones,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/ dashboard para métricas (MTTD, MTTR, backlog, cobertura) y su tendencia.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escalado / árbol de llamadas (call tree) con roles, no nombres, y canales primario y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calculator (FIRST.org) para justificar la severidad de cada hallazgo de forma objetiva.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comunicaciones del incidente (timeline): hora, emisor, receptor, canal, mensaje —clave para el reporte post-incidente y para legal.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Redactar el paquete de reporte de un incidente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 partir de un caso, produces el paquete completo de comunicación de un incidente de ransomware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caso. Escenario: EDR aísla tres estaciones tras detectar cifrado anómalo; se confirma ransomware en un segmento, sin exfiltración probada, contenido en 4 horas. Datos: activos afectados, hora de detección, hora de contención, acciones tomadas.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línea de tiempo. Tabla con hora, evento, actor y evidencia (ID de alerta EDR, hash, host). Es la columna vertebral de todo lo demás.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informe técnico. Para el equipo: IOCs, hosts, técnica MITRE ATT&amp;CK observada (p. ej. T1486), acciones de contención y erradicación, y recomendaciones concretas (parches, segmentación, backups).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 (BLUF). Media página, sin jerga: qué ocurrió, impacto en el negocio (tres equipos parados 4 h, sin fuga confirmada), decisiones requeridas (aprobar reinstalación, revisar seguro), estado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brief de gestión. Nivel intermedio: riesgo residual, coste estimado de recuperación, SLA de vuelta a operación, y qué recursos se necesitan.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plan de comunicación. Matriz de escalado: quién se entera a los 15 min, a la hora, y al cierre; canal primario y fuera de banda; qué se dice y qué no se dice mientras la investigación sigue abierta.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hallazgo técnico ("SMBv1 habilitado en 40 hosts, CVE-2017-0144") en una frase para dirección ejecutiva.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resumen ejecutivo (máx. 150 palabras) para el incidente del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de escalado de tu organización (roles, canal primario, canal fuera de banda, umbral de tiempo).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KPIs de SOC con umbral y frecuencia, y justifica por qué cada uno importa a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árbol de decisión de notificación (interna → clientes → reguladores → fuerzas del orden) con los disparadores de cada 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informe de vulnerabilidades de 20 hallazgos en un cuadro priorizado de "top 5 a remediar esta semana" con criterio explícito.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comunicación completo del incidente del laboratorio, apto para presentarlo en una reunión de crisis.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ocupa ≤ 1 página, no contiene jerga técnica ni CVE crudos y termina con las decisiones requeridas.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técnico incluye línea de tiempo con evidencia verificable, técnica MITRE ATT&amp;CK y recomendaciones accionables con dueño.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una matriz de escalado con canal fuera de banda y umbrales de tiempo por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decisión de notificación está documentada con su base legal y marca temporal (aunque la conclusión sea "no aplica").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reportan MTTD y MTTR comparados con el objetivo y al menos tres lecciones aprendidas con dueño y fecha.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dirección no entendió mi informe" — Escribiste para técnicos. Añade un resumen ejecutivo BLUF sin jerga y traduce el impacto a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"Reporté 200 vulnerabilidades y no pasó nada" — Sin priorización no hay acción. Entrega un top priorizado con criterio (CVSS+explotación+exposición).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"Durante el incidente todos preguntaban lo mismo" — Falta plan de comunicación. Define quién informa, a quién, cuándo y por qué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"Usamos el correo corporativo y el atacante lo leía" — No usaste canal fuera de banda. Ten un medio alterno predefinido para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"Nos pasamos del plazo de notificación" — El reloj corre desde que se conoce la brecha. Evalúa la obligación desde el minuto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"Mis métricas no dicen nada" — Reportas cantidades sin tendencia ni objetivo. Añade umbral, comparación temporal y contexto.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va y qué no va en un resumen ejecutivo?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Va: qué pasó, impacto en el negocio, estado actual y qué se pide decidir. No va: comandos, CVE crudos, nombres de herramientas ni detalle forense. Si un directivo no técnico no lo entiende en 60 segundos, reescríbelo.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notificar siempre una brecha a los clientes o al regulador?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tipo de dato, jurisdicción y umbral de riesgo. Muchas leyes (GDPR) exigen notificar a la autoridad en 72 h si hay riesgo para las personas. Documenta siempre la decisión y su base legal, incluso cuando decidas que no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¿Cuáles son las métricas mínimas de un SOC?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MTTD, MTTR, cobertura de detección, backlog de vulnerabilidades/alertas y tasa de falsos positivos. Reportadas con objetivo y tendencia, no como número suelto.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separar comunicación técnica y ejecutiva si es el mismo incidente?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CySA+ (CS0-003) Exam Objectives — dominio Reporting and Communication.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Operations / Incident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Computer Security Incident Handling Guide — SP 800-61 Rev.2.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CVSS v3.1 Specification &amp; Calculator — first.org/cvss.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SANS. Incident Handler's Handbook — plantillas y comunicación de incidentes.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