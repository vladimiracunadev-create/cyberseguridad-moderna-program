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313 — Gestión del ciclo de vida de identidades (IAM empresarial)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cómo una organización gobierna las identidades de sus usuarios desde el alta hasta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baja: el ciclo Joiner–Mover–Leaver (JML), el aprovisionamiento y desaprovisionamiento,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modelos de autorización (RBAC/ABAC/least privilege) y las revisiones de acceso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periódicas. Es material central del dominio IAM de CISSP y de la gobernanza de identidad (IGA)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sostiene toda la seguridad de acceso.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las fases del ciclo de vida de la identidad y el flujo JML.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identificación, autenticación, autorización y accountability (IAAA).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DAC, MAC, RBAC y ABAC y elegir el modelo adecuado por escenario.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una matriz de roles (RBAC) aplicando mínimo privilegio y separación de funciones.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Planificar campañas de recertificación de acceso y detectar privilege creep.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aprovisionamiento automatizado (SCIM/IGA) con RR. HH. como fuente autoritativa.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IAAA (los cuatro pilares)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Ciclo de vida de la identidad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Joiner–Mover–Leaver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Aprovisionamiento / desaprovisionamiento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Modelos: DAC/MAC/RBAC/ABAC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Mínimo privilegio y SoD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Revisiones y recertificación de acceso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Identidad: representación digital única de un usuario, dispositivo o servicio dentro 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sistema. Característica: debe ser única e inequívoca (no cuentas compartidas).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IAAA: Identificación (declarar quién eres), Autenticación (probarlo), Autorización (qué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puedes hacer) y Accountability (registro de lo que hiciste). Marco base del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JML (Joiner-Mover-Leaver): modelo del ciclo laboral — alta al ingresar, ajuste al cambiar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rol y baja al salir. Característica: cada evento debe disparar un cambio de acceso.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RBAC: control de acceso basado en roles; los permisos se asignan a roles y los roles 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 de gobierno con laboratorio de diseño. Prepara: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para la matriz de roles y el registro de recertificación.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directorio de referencia para ilustrar conceptos: Active Directory / Microsoft Entra ID,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 el open source Keycloak, para ver grupos, roles y aprovisionamiento.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estándar SCIM 2.0 (RFC 7643/7644) como referencia del aprovisionamiento automatizado.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una plataforma IGA de referencia (SailPoint, Saviynt, Microsoft Entra ID Governance)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entender campañas de acceso; basta con el concepto para el ejercicio.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Diseñar el ciclo de vida y una matriz RBAC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la empresa "NovaSalud" de clases anteriores.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Fuente autoritativa. Declara a RR. HH. como origen de verdad de la identidad: alta, cambio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baja se originan allí y se propagan a los sistemas (idealmente vía SCIM).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Flujo Joiner. Diagrama el alta: RR. HH. crea el registro → se genera la cuenta → se asignan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roles por puesto → se habilita MFA → se notifica al usuario. Define el SLA (p. ej. listo el día 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Flujo Mover. Diseña el cambio de rol: al cambiar de puesto se retiran los permisos 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rol anterior y se asignan los del nuevo. Evita el patrón "sumar sin restar" (privilege creep).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ciclo de vida completo de la identidad con los disparadores de cada transición.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ejemplo la diferencia entre autenticación y autorización.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una lista de accesos individuales desordenados en un modelo RBAC de 4 roles.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3 reglas de separación de funciones para un proceso de compras.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flujo Leaver para un despido inmediato: ¿qué se hace en los primeros 15 minutos?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una regla ABAC que RBAC no pueda expresar bien (p. ej. acceso solo en horario laboral y desde red corporativa).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Manual de Gestión del Ciclo de Vida de Identidades que contenga: los tres flujos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JML con SLA, una matriz RBAC con mínimo privilegio, al menos dos reglas de SoD y el plan de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campaña de recertificación trimestral.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dado un caso — "una enfermera pasa a facturación y luego renuncia" —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manual permite a un operador ejecutar Mover y luego Leaver indicando exactamente qué permisos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retiran, cuándo y quién lo aprueba, sin ambigüedad.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cuenta del exempleado sigue activa semanas después — Leaver no automatizado. Conecta RR. HH. como fuente y deshabilita el día de la baja.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Usuarios con permisos de tres puestos anteriores — Privilege creep: Mover suma pero no resta. Retira los roles previos y recertifica.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el mundo es administrador "por comodidad" — Se viola mínimo privilegio. Rediseña roles y separa lo privilegiado.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Cuentas de servicio sin dueño ni rotación — Quedan fuera del ciclo. Asigna propietario, rota credenciales e inclúyelas en revisiones.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Recertificación que todos aprueban sin mirar — Rubber-stamping. Muestra el uso real del acceso y revoca por defecto si no hay 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Cuentas compartidas de equipo — Rompen la accountability. Sustituye por cuentas individuales con roles.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¿RBAC o ABAC?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es excluyente. RBAC es simple, auditable y escala para la mayoría de casos; ABAC añade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granularidad y contexto (hora, ubicación, sensibilidad). Muchas organizaciones combinan roles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como base y atributos para políticas finas.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deshabilitar y no borrar la cuenta al dar de baja?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preservar la trazabilidad, cumplir retención de logs y permitir investigaciones. Se borra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después, según la política de retención, tras transferir la propiedad de datos.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— CISSP Official Study Guide, 9.ª ed., Dominio 5 Identity and Access Management.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800-162 — Guide to Attribute Based Access Control (ABAC) Definition and Considerations. &lt;https://csrc.nist.gov/pubs/sp/800/162/final&gt;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7644 — System for Cross-domain Identity Management (SCIM) Protocol. &lt;https://www.rfc-editor.org/rfc/rfc7644&gt;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800-53 Rev. 5 — familia de controles AC (Access Control) y IA (Identification and Authentication).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CompTIA — Security+ SY0-701, dominio de arquitectura y operaciones (IAM).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