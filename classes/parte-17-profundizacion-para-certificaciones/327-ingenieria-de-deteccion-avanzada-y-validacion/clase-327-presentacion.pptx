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327 — Ingeniería de detección avanzada y validación</a:t>
            </a:r>
          </a:p>
          <a:p>
            <a:r>
              <a:rPr sz="1600">
                <a:solidFill>
                  <a:srgbClr val="2E8B57"/>
                </a:solidFill>
              </a:rPr>
              <a:t>parte 17 profundizacion para certificaciones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Convertir la detección de amenazas en una disciplina de ingeniería: tratar las reglas como código (detection-as-code), gestionar su ciclo de vida completo, validarlas con emulación de adversario (Atomic Red Team), reducir sistemáticamente los falsos positivos y medir su eficacia con métricas objetivas. Es el núcleo del trabajo de un ingeniero de detección moderno y del módulo de operaciones de seguridad de CySA+ y SIEM de BTL1.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Aplicar el ciclo de vida de una detección: hipótesis → desarrollo → prueba → despliegue → mantenimiento → retiro.</a:t>
            </a:r>
          </a:p>
          <a:p>
            <a:pPr>
              <a:spcAft>
                <a:spcPts val="600"/>
              </a:spcAft>
            </a:pPr>
            <a:r>
              <a:rPr sz="1500">
                <a:solidFill>
                  <a:srgbClr val="22282E"/>
                </a:solidFill>
              </a:rPr>
              <a:t>•  Escribir reglas portables en Sigma y traducirlas a la sintaxis del SIEM (EQL, KQL, SPL).</a:t>
            </a:r>
          </a:p>
          <a:p>
            <a:pPr>
              <a:spcAft>
                <a:spcPts val="600"/>
              </a:spcAft>
            </a:pPr>
            <a:r>
              <a:rPr sz="1500">
                <a:solidFill>
                  <a:srgbClr val="22282E"/>
                </a:solidFill>
              </a:rPr>
              <a:t>•  Gestionar las detecciones como código: versionado en Git, revisión por pares y CI.</a:t>
            </a:r>
          </a:p>
          <a:p>
            <a:pPr>
              <a:spcAft>
                <a:spcPts val="600"/>
              </a:spcAft>
            </a:pPr>
            <a:r>
              <a:rPr sz="1500">
                <a:solidFill>
                  <a:srgbClr val="22282E"/>
                </a:solidFill>
              </a:rPr>
              <a:t>•  Validar una detección ejecutando la técnica correspondiente con Atomic Red Team.</a:t>
            </a:r>
          </a:p>
          <a:p>
            <a:pPr>
              <a:spcAft>
                <a:spcPts val="600"/>
              </a:spcAft>
            </a:pPr>
            <a:r>
              <a:rPr sz="1500">
                <a:solidFill>
                  <a:srgbClr val="22282E"/>
                </a:solidFill>
              </a:rPr>
              <a:t>•  Reducir falsos positivos mediante afinado, allowlisting y contexto, midiendo el impacto.</a:t>
            </a:r>
          </a:p>
          <a:p>
            <a:pPr>
              <a:spcAft>
                <a:spcPts val="600"/>
              </a:spcAft>
            </a:pPr>
            <a:r>
              <a:rPr sz="1500">
                <a:solidFill>
                  <a:srgbClr val="22282E"/>
                </a:solidFill>
              </a:rPr>
              <a:t>•  Calcular métricas de detección (cobertura ATT&amp;CK, tasa de FP, MTTD) para dirigir la mejora.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Detection-as-code</a:t>
            </a:r>
          </a:p>
          <a:p>
            <a:pPr>
              <a:spcAft>
                <a:spcPts val="600"/>
              </a:spcAft>
            </a:pPr>
            <a:r>
              <a:rPr sz="1500">
                <a:solidFill>
                  <a:srgbClr val="22282E"/>
                </a:solidFill>
              </a:rPr>
              <a:t>•  2 — Ciclo de vida de una detección</a:t>
            </a:r>
          </a:p>
          <a:p>
            <a:pPr>
              <a:spcAft>
                <a:spcPts val="600"/>
              </a:spcAft>
            </a:pPr>
            <a:r>
              <a:rPr sz="1500">
                <a:solidFill>
                  <a:srgbClr val="22282E"/>
                </a:solidFill>
              </a:rPr>
              <a:t>•  3 — Sigma como formato portable</a:t>
            </a:r>
          </a:p>
          <a:p>
            <a:pPr>
              <a:spcAft>
                <a:spcPts val="600"/>
              </a:spcAft>
            </a:pPr>
            <a:r>
              <a:rPr sz="1500">
                <a:solidFill>
                  <a:srgbClr val="22282E"/>
                </a:solidFill>
              </a:rPr>
              <a:t>•  4 — Traducción a EQL/KQL/SPL</a:t>
            </a:r>
          </a:p>
          <a:p>
            <a:pPr>
              <a:spcAft>
                <a:spcPts val="600"/>
              </a:spcAft>
            </a:pPr>
            <a:r>
              <a:rPr sz="1500">
                <a:solidFill>
                  <a:srgbClr val="22282E"/>
                </a:solidFill>
              </a:rPr>
              <a:t>•  5 — Validación con Atomic Red Team</a:t>
            </a:r>
          </a:p>
          <a:p>
            <a:pPr>
              <a:spcAft>
                <a:spcPts val="600"/>
              </a:spcAft>
            </a:pPr>
            <a:r>
              <a:rPr sz="1500">
                <a:solidFill>
                  <a:srgbClr val="22282E"/>
                </a:solidFill>
              </a:rPr>
              <a:t>•  6 — Reducción de falsos positivos</a:t>
            </a:r>
          </a:p>
          <a:p>
            <a:pPr>
              <a:spcAft>
                <a:spcPts val="600"/>
              </a:spcAft>
            </a:pPr>
            <a:r>
              <a:rPr sz="1500">
                <a:solidFill>
                  <a:srgbClr val="22282E"/>
                </a:solidFill>
              </a:rPr>
              <a:t>•  7 — Métricas de detección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Detection-as-code: práctica de gestionar reglas de detección con las herramientas del desarrollo de software (Git, revisión, CI/CD, pruebas). Característica clave: trazabilidad y reproducibilidad de cada cambio.</a:t>
            </a:r>
          </a:p>
          <a:p>
            <a:pPr>
              <a:spcAft>
                <a:spcPts val="600"/>
              </a:spcAft>
            </a:pPr>
            <a:r>
              <a:rPr sz="1500">
                <a:solidFill>
                  <a:srgbClr val="22282E"/>
                </a:solidFill>
              </a:rPr>
              <a:t>•  Sigma: formato abierto en YAML para escribir reglas de detección independientes del SIEM. Característica clave: se traduce a EQL, SPL, KQL, etc. con sigma-cli/pySigma.</a:t>
            </a:r>
          </a:p>
          <a:p>
            <a:pPr>
              <a:spcAft>
                <a:spcPts val="600"/>
              </a:spcAft>
            </a:pPr>
            <a:r>
              <a:rPr sz="1500">
                <a:solidFill>
                  <a:srgbClr val="22282E"/>
                </a:solidFill>
              </a:rPr>
              <a:t>•  EQL (Event Query Language): lenguaje de Elastic para expresar detecciones basadas en secuencias de eventos. Característica clave: potente para correlacionar eventos ordenados en el tiempo.</a:t>
            </a:r>
          </a:p>
          <a:p>
            <a:pPr>
              <a:spcAft>
                <a:spcPts val="600"/>
              </a:spcAft>
            </a:pPr>
            <a:r>
              <a:rPr sz="1500">
                <a:solidFill>
                  <a:srgbClr val="22282E"/>
                </a:solidFill>
              </a:rPr>
              <a:t>•  Atomic Red Team: biblioteca de pruebas atómicas que emulan técnicas ATT&amp;CK de forma pequeña y controlada. Característica clave: valida cada detección con la técnica real que debe atrapar.</a:t>
            </a:r>
          </a:p>
          <a:p>
            <a:pPr>
              <a:spcAft>
                <a:spcPts val="600"/>
              </a:spcAft>
            </a:pPr>
            <a:r>
              <a:rPr sz="1500">
                <a:solidFill>
                  <a:srgbClr val="22282E"/>
                </a:solidFill>
              </a:rPr>
              <a:t>•  Falso positivo (FP): alerta que no corresponde a actividad maliciosa. Característica clave: erosiona la confianza y satura al analista; se combate con contexto y afinado.</a:t>
            </a:r>
          </a:p>
          <a:p>
            <a:pPr>
              <a:spcAft>
                <a:spcPts val="600"/>
              </a:spcAft>
            </a:pPr>
            <a:r>
              <a:rPr sz="1500">
                <a:solidFill>
                  <a:srgbClr val="22282E"/>
                </a:solidFill>
              </a:rPr>
              <a:t>•  Ciclo de vida de la detección: flujo desde la idea hasta el retiro de una regla. Característica clave: incluye mantenimiento; una regla sin dueño se degrada.</a:t>
            </a:r>
          </a:p>
          <a:p>
            <a:pPr>
              <a:spcAft>
                <a:spcPts val="600"/>
              </a:spcAft>
            </a:pPr>
            <a:r>
              <a:rPr sz="1500">
                <a:solidFill>
                  <a:srgbClr val="22282E"/>
                </a:solidFill>
              </a:rPr>
              <a:t>•  MTTD (Mean Time To Detect): tiempo medio en detectar un incidente. Característica clave: métrica de resultado que la ingeniería de detección busca reducir.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SIEM/EDR de laboratorio: Elastic Stack (Elasticsearch + Kibana) o Splunk gratuito, con Sysmon + una configuración robusta (p. ej. la de Olaf Hartong) en el endpoint Windows.</a:t>
            </a:r>
          </a:p>
          <a:p>
            <a:pPr>
              <a:spcAft>
                <a:spcPts val="600"/>
              </a:spcAft>
            </a:pPr>
            <a:r>
              <a:rPr sz="1500">
                <a:solidFill>
                  <a:srgbClr val="22282E"/>
                </a:solidFill>
              </a:rPr>
              <a:t>•  Sigma + pySigma / sigma-cli: para escribir y traducir reglas.</a:t>
            </a:r>
          </a:p>
          <a:p>
            <a:pPr>
              <a:spcAft>
                <a:spcPts val="600"/>
              </a:spcAft>
            </a:pPr>
            <a:r>
              <a:rPr sz="1500">
                <a:solidFill>
                  <a:srgbClr val="22282E"/>
                </a:solidFill>
              </a:rPr>
              <a:t>•  Atomic Red Team (Invoke-AtomicRedTeam en PowerShell) para emular técnicas.</a:t>
            </a:r>
          </a:p>
          <a:p>
            <a:pPr>
              <a:spcAft>
                <a:spcPts val="600"/>
              </a:spcAft>
            </a:pPr>
            <a:r>
              <a:rPr sz="1500">
                <a:solidFill>
                  <a:srgbClr val="22282E"/>
                </a:solidFill>
              </a:rPr>
              <a:t>•  Git para versionar las reglas (detection-as-code) y un pipeline de CI que valide sintaxis Sigma.</a:t>
            </a:r>
          </a:p>
          <a:p>
            <a:pPr>
              <a:spcAft>
                <a:spcPts val="600"/>
              </a:spcAft>
            </a:pPr>
            <a:r>
              <a:rPr sz="1500">
                <a:solidFill>
                  <a:srgbClr val="22282E"/>
                </a:solidFill>
              </a:rPr>
              <a:t>•  MITRE ATT&amp;CK Navigator para mapear cobertura.</a:t>
            </a:r>
          </a:p>
          <a:p>
            <a:pPr>
              <a:spcAft>
                <a:spcPts val="600"/>
              </a:spcAft>
            </a:pPr>
            <a:r>
              <a:rPr sz="1500">
                <a:solidFill>
                  <a:srgbClr val="22282E"/>
                </a:solidFill>
              </a:rPr>
              <a:t>•  Instalación mínima de Atomic Red Team en la VM de laboratorio:</a:t>
            </a:r>
          </a:p>
          <a:p>
            <a:pPr>
              <a:spcAft>
                <a:spcPts val="600"/>
              </a:spcAft>
            </a:pPr>
            <a:r>
              <a:rPr sz="1500">
                <a:solidFill>
                  <a:srgbClr val="22282E"/>
                </a:solidFill>
              </a:rPr>
              <a:t>•  IEX (IWR 'https://raw.githubusercontent.com/redcanaryco/invoke-atomicredteam/master/install-atomicredteam.ps1' -UseBasicParsing)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Desarrollaremos y validaremos una detección para T1053.005 (tarea programada como persistencia) de punta a punta.</a:t>
            </a:r>
          </a:p>
          <a:p>
            <a:pPr>
              <a:spcAft>
                <a:spcPts val="600"/>
              </a:spcAft>
            </a:pPr>
            <a:r>
              <a:rPr sz="1500">
                <a:solidFill>
                  <a:srgbClr val="22282E"/>
                </a:solidFill>
              </a:rPr>
              <a:t>•  Formula la hipótesis de detección. "Un atacante creará una tarea programada con schtasks /create para persistir; deberíamos verlo en Sysmon Event ID 1 (creación de proceso) o Event ID 4698 del log de seguridad."</a:t>
            </a:r>
          </a:p>
          <a:p>
            <a:pPr>
              <a:spcAft>
                <a:spcPts val="600"/>
              </a:spcAft>
            </a:pPr>
            <a:r>
              <a:rPr sz="1500">
                <a:solidFill>
                  <a:srgbClr val="22282E"/>
                </a:solidFill>
              </a:rPr>
              <a:t>•  Escribe la regla en Sigma (t1053005schtasks.yml):</a:t>
            </a:r>
          </a:p>
          <a:p>
            <a:pPr>
              <a:spcAft>
                <a:spcPts val="600"/>
              </a:spcAft>
            </a:pPr>
            <a:r>
              <a:rPr sz="1500">
                <a:solidFill>
                  <a:srgbClr val="22282E"/>
                </a:solidFill>
              </a:rPr>
              <a:t>•  title: Persistencia via schtasks.exe</a:t>
            </a:r>
          </a:p>
          <a:p>
            <a:pPr>
              <a:spcAft>
                <a:spcPts val="600"/>
              </a:spcAft>
            </a:pPr>
            <a:r>
              <a:rPr sz="1500">
                <a:solidFill>
                  <a:srgbClr val="22282E"/>
                </a:solidFill>
              </a:rPr>
              <a:t>•  status: experimental</a:t>
            </a:r>
          </a:p>
          <a:p>
            <a:pPr>
              <a:spcAft>
                <a:spcPts val="600"/>
              </a:spcAft>
            </a:pPr>
            <a:r>
              <a:rPr sz="1500">
                <a:solidFill>
                  <a:srgbClr val="22282E"/>
                </a:solidFill>
              </a:rPr>
              <a:t>•  logsource:</a:t>
            </a:r>
          </a:p>
          <a:p>
            <a:pPr>
              <a:spcAft>
                <a:spcPts val="600"/>
              </a:spcAft>
            </a:pPr>
            <a:r>
              <a:rPr sz="1500">
                <a:solidFill>
                  <a:srgbClr val="22282E"/>
                </a:solidFill>
              </a:rPr>
              <a:t>•  category: processcreation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Escribe una regla Sigma para T1059.001 (PowerShell con -enc) y tradúcela a EQL y SPL.</a:t>
            </a:r>
          </a:p>
          <a:p>
            <a:pPr>
              <a:spcAft>
                <a:spcPts val="600"/>
              </a:spcAft>
            </a:pPr>
            <a:r>
              <a:rPr sz="1500">
                <a:solidFill>
                  <a:srgbClr val="22282E"/>
                </a:solidFill>
              </a:rPr>
              <a:t>•  Configura un pipeline de CI que ejecute sigma check sobre el directorio de detecciones en cada commit.</a:t>
            </a:r>
          </a:p>
          <a:p>
            <a:pPr>
              <a:spcAft>
                <a:spcPts val="600"/>
              </a:spcAft>
            </a:pPr>
            <a:r>
              <a:rPr sz="1500">
                <a:solidFill>
                  <a:srgbClr val="22282E"/>
                </a:solidFill>
              </a:rPr>
              <a:t>•  Ejecuta tres pruebas de Atomic Red Team distintas y anota cuáles disparan tus reglas y cuáles no.</a:t>
            </a:r>
          </a:p>
          <a:p>
            <a:pPr>
              <a:spcAft>
                <a:spcPts val="600"/>
              </a:spcAft>
            </a:pPr>
            <a:r>
              <a:rPr sz="1500">
                <a:solidFill>
                  <a:srgbClr val="22282E"/>
                </a:solidFill>
              </a:rPr>
              <a:t>•  Toma una regla ruidosa y redúcele la tasa de FP con al menos una exclusión justificada, midiendo el antes/después.</a:t>
            </a:r>
          </a:p>
          <a:p>
            <a:pPr>
              <a:spcAft>
                <a:spcPts val="600"/>
              </a:spcAft>
            </a:pPr>
            <a:r>
              <a:rPr sz="1500">
                <a:solidFill>
                  <a:srgbClr val="22282E"/>
                </a:solidFill>
              </a:rPr>
              <a:t>•  Construye una capa en ATT&amp;CK Navigator que muestre las técnicas cubiertas por tus reglas validadas.</a:t>
            </a:r>
          </a:p>
          <a:p>
            <a:pPr>
              <a:spcAft>
                <a:spcPts val="600"/>
              </a:spcAft>
            </a:pPr>
            <a:r>
              <a:rPr sz="1500">
                <a:solidFill>
                  <a:srgbClr val="22282E"/>
                </a:solidFill>
              </a:rPr>
              <a:t>•  Define y calcula tres métricas de detección para tu conjunto de reglas (cobertura, FP rate, MTTD).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Se te pide entregar la detección de T1547.001 (persistencia por clave Run del registro) lista para producción. Criterio de aceptación: entregas (a) una regla Sigma versionada en Git que pasa sigma check, (b) evidencia de que dispara al ejecutar la prueba atómica correspondiente de Atomic Red Team (captura de la alerta con su timestamp), (c) al menos una exclusión de FP justificada con datos, y (d) la técnica marcada como validada en ATT&amp;CK Navigator. El reto se logra si otro ingeniero puede clonar el repo, desplegar la regla y reproducir la validación.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La regla no dispara pese a ejecutar la técnica — La telemetría no captura el evento; verifica que Sysmon/EDR registra el campo usado en la regla</a:t>
            </a:r>
          </a:p>
          <a:p>
            <a:pPr>
              <a:spcAft>
                <a:spcPts val="600"/>
              </a:spcAft>
            </a:pPr>
            <a:r>
              <a:rPr sz="1500">
                <a:solidFill>
                  <a:srgbClr val="22282E"/>
                </a:solidFill>
              </a:rPr>
              <a:t>•  sigma convert falla o produce campos vacíos — Falta el pipeline de mapeo de campos del backend; especifica el pipeline correcto (-p sysmon, -p ecswindows)</a:t>
            </a:r>
          </a:p>
          <a:p>
            <a:pPr>
              <a:spcAft>
                <a:spcPts val="600"/>
              </a:spcAft>
            </a:pPr>
            <a:r>
              <a:rPr sz="1500">
                <a:solidFill>
                  <a:srgbClr val="22282E"/>
                </a:solidFill>
              </a:rPr>
              <a:t>•  Avalancha de falsos positivos tras desplegar — Regla demasiado amplia; añade condiciones de contexto (proceso padre, usuario, ruta) en vez de bajar el nivel</a:t>
            </a:r>
          </a:p>
          <a:p>
            <a:pPr>
              <a:spcAft>
                <a:spcPts val="600"/>
              </a:spcAft>
            </a:pPr>
            <a:r>
              <a:rPr sz="1500">
                <a:solidFill>
                  <a:srgbClr val="22282E"/>
                </a:solidFill>
              </a:rPr>
              <a:t>•  La regla se "rompe" tras un cambio y nadie lo nota — Falta CI; integra sigma check y pruebas de regresión en el pipeline</a:t>
            </a:r>
          </a:p>
          <a:p>
            <a:pPr>
              <a:spcAft>
                <a:spcPts val="600"/>
              </a:spcAft>
            </a:pPr>
            <a:r>
              <a:rPr sz="1500">
                <a:solidFill>
                  <a:srgbClr val="22282E"/>
                </a:solidFill>
              </a:rPr>
              <a:t>•  Cobertura ATT&amp;CK aparentemente alta pero sin detecciones reales — Se contó "tener reglas" en vez de "reglas validadas"; solo marca cobertura tras validar con Atomic Red Team</a:t>
            </a:r>
          </a:p>
          <a:p>
            <a:pPr>
              <a:spcAft>
                <a:spcPts val="600"/>
              </a:spcAft>
            </a:pPr>
            <a:r>
              <a:rPr sz="1500">
                <a:solidFill>
                  <a:srgbClr val="22282E"/>
                </a:solidFill>
              </a:rPr>
              <a:t>•  Atomic test deja artefactos de persistencia en la VM — Olvidaste -Cleanup; ejecútalo siempre y restaura el snapshot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¿Por qué escribir en Sigma y no directo en el lenguaje del SIEM?</a:t>
            </a:r>
          </a:p>
          <a:p>
            <a:pPr>
              <a:spcAft>
                <a:spcPts val="600"/>
              </a:spcAft>
            </a:pPr>
            <a:r>
              <a:rPr sz="1500">
                <a:solidFill>
                  <a:srgbClr val="22282E"/>
                </a:solidFill>
              </a:rPr>
              <a:t>•  Sigma es portable: escribes la lógica una vez y la traduces a EQL, SPL o KQL. Evita quedar atado a un proveedor y facilita compartir reglas con la comunidad (SigmaHQ).</a:t>
            </a:r>
          </a:p>
          <a:p>
            <a:pPr>
              <a:spcAft>
                <a:spcPts val="600"/>
              </a:spcAft>
            </a:pPr>
            <a:r>
              <a:rPr sz="1500">
                <a:solidFill>
                  <a:srgbClr val="22282E"/>
                </a:solidFill>
              </a:rPr>
              <a:t>•  ❓ ¿Detection-as-code no es sobreingeniería para un SOC pequeño?</a:t>
            </a:r>
          </a:p>
          <a:p>
            <a:pPr>
              <a:spcAft>
                <a:spcPts val="600"/>
              </a:spcAft>
            </a:pPr>
            <a:r>
              <a:rPr sz="1500">
                <a:solidFill>
                  <a:srgbClr val="22282E"/>
                </a:solidFill>
              </a:rPr>
              <a:t>•  No. Aun con pocas reglas, versionarlas en Git y validar su sintaxis en CI evita cambios silenciosos y facilita revertir una regla que rompió el flujo de alertas.</a:t>
            </a:r>
          </a:p>
          <a:p>
            <a:pPr>
              <a:spcAft>
                <a:spcPts val="600"/>
              </a:spcAft>
            </a:pPr>
            <a:r>
              <a:rPr sz="1500">
                <a:solidFill>
                  <a:srgbClr val="22282E"/>
                </a:solidFill>
              </a:rPr>
              <a:t>•  ❓ ¿Cómo sé que una detección realmente funciona?</a:t>
            </a:r>
          </a:p>
          <a:p>
            <a:pPr>
              <a:spcAft>
                <a:spcPts val="600"/>
              </a:spcAft>
            </a:pPr>
            <a:r>
              <a:rPr sz="1500">
                <a:solidFill>
                  <a:srgbClr val="22282E"/>
                </a:solidFill>
              </a:rPr>
              <a:t>•  Ejecutando la técnica que debe atrapar. Atomic Red Team proporciona pruebas atómicas por técnica ATT&amp;CK; si tras ejecutarla no hay alerta, la detección no sirve todavía.</a:t>
            </a:r>
          </a:p>
          <a:p>
            <a:pPr>
              <a:spcAft>
                <a:spcPts val="600"/>
              </a:spcAft>
            </a:pPr>
            <a:r>
              <a:rPr sz="1500">
                <a:solidFill>
                  <a:srgbClr val="22282E"/>
                </a:solidFill>
              </a:rPr>
              <a:t>•  ❓ ¿Bajar el nivel de severidad reduce los falsos positivos?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MITRE ATT&amp;CK y ATT&amp;CK Navigator: &lt;https://attack.mitre.org/&gt; · &lt;https://mitre-attack.github.io/attack-navigator/&gt;</a:t>
            </a:r>
          </a:p>
          <a:p>
            <a:pPr>
              <a:spcAft>
                <a:spcPts val="600"/>
              </a:spcAft>
            </a:pPr>
            <a:r>
              <a:rPr sz="1500">
                <a:solidFill>
                  <a:srgbClr val="22282E"/>
                </a:solidFill>
              </a:rPr>
              <a:t>•  Proyecto Sigma (SigmaHQ): &lt;https://github.com/SigmaHQ/sigma&gt;</a:t>
            </a:r>
          </a:p>
          <a:p>
            <a:pPr>
              <a:spcAft>
                <a:spcPts val="600"/>
              </a:spcAft>
            </a:pPr>
            <a:r>
              <a:rPr sz="1500">
                <a:solidFill>
                  <a:srgbClr val="22282E"/>
                </a:solidFill>
              </a:rPr>
              <a:t>•  Atomic Red Team (Red Canary): &lt;https://github.com/redcanaryco/atomic-red-team&gt;</a:t>
            </a:r>
          </a:p>
          <a:p>
            <a:pPr>
              <a:spcAft>
                <a:spcPts val="600"/>
              </a:spcAft>
            </a:pPr>
            <a:r>
              <a:rPr sz="1500">
                <a:solidFill>
                  <a:srgbClr val="22282E"/>
                </a:solidFill>
              </a:rPr>
              <a:t>•  Palantir — Alerting and Detection Strategy Framework: &lt;https://github.com/palantir/alerting-detection-strategy-framework&gt;</a:t>
            </a:r>
          </a:p>
          <a:p>
            <a:pPr>
              <a:spcAft>
                <a:spcPts val="600"/>
              </a:spcAft>
            </a:pPr>
            <a:r>
              <a:rPr sz="1500">
                <a:solidFill>
                  <a:srgbClr val="22282E"/>
                </a:solidFill>
              </a:rPr>
              <a:t>•  SANS SEC555 SIEM with Tactical Analytics; certificación CompTIA CySA+ (dominio Security Operations).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