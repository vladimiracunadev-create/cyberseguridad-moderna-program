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138 — Desarrollo de exploits moderno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todo lo aprendido en un flujo de desarrollo de exploits moderno: encadenar primitivas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(info leak → cálculo de bases → escritura/control de flujo → ROP → shell), automatizar con pwntools,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manejar la libc correcta y escribir exploits fiables y reutilizables. Verás cómo se combinan 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técnicas para derrotar NX+ASLR+PIE+canary en un objetivo realista de laboratorio.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cadena de explotación por primitivas (leak → base → control).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el exploit con pwntools (ELF, ROP, libc, tubes).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Resolver la libc correcta y calcular bases dinámicamente.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Encadenar ROP/ret2libc con un info leak para vencer ASLR/PIE.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Robustecer el exploit (reintentos, badchars, entorno estable).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Pensar por primitivas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Info leak → base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Cálculo de direcciones dinámico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ROP + ret2libc combinados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pwntools avanzado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libc-database / ret2dlresolve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Robustez y badchars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Primitiva de explotación: capacidad atómica (leer, escribir, controlar flujo). Clave: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exploits se construyen encadenando primitivas.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 leak: filtra una dirección para derrotar ASLR/PIE. Clave: imprescindible en objetivos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modernos.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Cálculo de base dinámico: base = leak - offset. Clave: hace el exploit robusto entre corridas.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ret2dlresolve: técnica que fuerza al enlazador dinámico a resolver un símbolo (p. ej. system)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conocer libc. Clave: útil sin leak de libc.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pwntools ROPgadget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clone https://github.com/niklasb/libc-database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del objetivo (binario de reto con NX+PIE+ASLR, sin canary o con canary a filtrar):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checksec ./target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 el exploit en pwntools con una plantilla reutilizable: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pwn import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exe = context.binary = ELF("./target")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libc = ELF("./libc.so.6")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 conn():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plantilla pwntools que alterne local/remoto con args.REMOTE.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libc desconocida a partir de un leak con libc-database.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filtrado de canary vía un leak previo.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Sustituye system por un onegadget válido y verifica constraints.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ret2dlresolve en un binario sin leak de libc.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lógica de reintento y mide la fiabilidad en 20 corridas.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Desarrolla un exploit completo contra un binario de laboratorio con NX+ASLR (y PIE si te atreves)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obtenga shell filtrando la base de libc en runtime.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./exploit.py da shell interactiva de forma fiable (≥ 8/10 corridas)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ASLR activado, calculando la base dinámicamente.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 de libc incorrecta — libc equivocada; identifícala con el leak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local, no remoto — Diferencias de libc/entorno; usa la del servidor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Crash intermitente — Badchars o alineación; revisa el payload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onegadget no da shell — No se cumplen sus constraints; prueba otro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Leak desalineado — Falta ljust(8,\x00) o offset del leak erróneo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¿Siempre necesito un leak? Con ASLR/PIE, casi siempre. Sin leak, técnicas como ret2dlresolve 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partial overwrite pueden ayudar.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sé qué libc usa el reto? Por un leak + libc-database, o porque el reto la proporciona.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exploit debe ser 100% fiable? Apunta a la máxima fiabilidad; en CTF basta con que funcione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consistentemente contra el servidor.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pwntools — &lt;https://docs.pwntools.com/&gt;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libc-database — &lt;https://github.com/niklasb/libc-database&gt;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ret2dlresolve (pwntools) — &lt;https://docs.pwntools.com/en/stable/rop/ret2dlresolve.html&gt;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Shellcoder's Handbook, 2e. Wiley.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