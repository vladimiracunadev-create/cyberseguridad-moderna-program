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130 — Ingeniería inversa: introducción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Sentar las bases de la ingeniería inversa de software: qué es, para qué sirve (análisis de malware,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descubrimiento de vulnerabilidades, interoperabilidad, CTF), y qué contiene un binario ejecutable. Verás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formatos ELF (Linux) y PE (Windows), las secciones, símbolos y strings, y el flujo general de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análisis: reconocimiento estático rápido antes de abrir un desensamblador.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ingeniería inversa y sus casos de uso legítimos.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un ELF y un PE (cabeceras, secciones, símbolos).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triage estático con file, strings, nm, readelf, objdump.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análisis estático de dinámico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una metodología de reversing por objetivos.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y usos legítimos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Formato ELF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Formato 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Secciones (.text/.data/.rodata)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Símbolos y stripping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strings y triage rápido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Estático vs dinámico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Ingeniería inversa: proceso de deducir el funcionamiento de un programa a partir de su forma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compilada. Clave: legal y valiosa en seguridad defensiva y ofensiva autorizada.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ELF: formato ejecutable de Linux con cabecera, program headers (carga) y section headers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(análisis). Clave: readelf -h muestra tipo, arquitectura y entry point.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PE: formato de Windows (DOS header, PE header, secciones, tabla de importaciones). Clave: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imports revelan qué APIs usa (indicio de comportamiento).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Binario stripped: sin símbolos de depuración/nombres. Clave: dificulta el análisis; hay 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binutils file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    # checksec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pev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o toma un binario de práctica (crackme) y haz el triage: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 crackme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checksec --file=crackme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-n 6 crackme | less     # busca prompts, rutas, contraseñas, formatos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la estructura ELF: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readelf -h crackme            # cabecera, entry point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readelf -S crackme            # secciones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entre program headers y section headers de un ELF.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entry point con readelf y localízalo en el desensamblado.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una cadena sospechosa con strings y razona su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si un binario está stripped y cómo lo sabes.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tres APIs de Windows en un PE y deduce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metodología de reversing para un binario de 2 MB.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el triage estático completo de un crackme e identifica, sin ejecutarlo, cuál es la función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compara la clave y qué API/rutina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señalas la función de comparación (p. ej. strcmp/lógica propia)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justificas tu conclusión con evidencia de strings/objdump/readelf.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readelf -s no muestra nombres — Binario stripped; usa análisis por patrones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no revela nada útil — Cadenas cifradas/ofuscadas; pasa a dinámico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program vs section headers — Program = carga; section = 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objdump da AT&amp;T — Añade -M intel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 PE con herramientas ELF — Usa pev/readpe para 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¿Reversing es legal? El análisis con fines de seguridad, interoperabilidad y sobre binarios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propios/autorizados es legítimo; respeta licencias y jurisdicción.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¿Empiezo por estático o dinámico? Casi siempre triage estático primero; el dinámico confirma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desvela lo ofuscado.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los símbolos? Ayudan mucho, pero el reversing serio asume binarios stripped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semántica.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Analysis, caps. 1-2.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Eilam, E. Reversing: Secrets of Reverse Engineering.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ELF spec — &lt;https://refspecs.linuxfoundation.org/elf/elf.pdf&gt;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PE format — &lt;https://learn.microsoft.com/windows/win32/debug/pe-format&gt;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