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137 — Descubrimiento de vulnerabilidades en código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encontrar vulnerabilidades de forma sistemática combinando auditoría manual de código,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 automatizado (SAST) y razonamiento sobre superficies de ataque. Complementa el fuzzing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(clase 136) con la revisión dirigida que detecta bugs lógicos y patrones peligrosos que el fuzzer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alcanza fácilmente. Cerrarás con la práctica de divulgación responsable.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la superficie de ataque de un componente (entradas, confianza, límites).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código C/C++ buscando patrones peligrosos (memoria, enteros, formato).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SAST (clang-analyzer, cppcheck, Semgrep, CodeQL) e interpretar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por explotabilidad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reporte y seguir un proceso de divulgación responsable.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Superficie de ataque y fuentes de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Patrones peligrosos en C/C++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Taint / seguimiento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SAST (cppcheck, clang, Semgrep)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CodeQL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Falsos positivos/negativos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Priorización por explotabilidad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ataque: conjunto de puntos donde entran datos no confiables. Clave: prioriza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parsers, IPC, red y ficheros.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taint: rastrea datos controlados por el usuario hasta operaciones sensibles (memcpy,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índices, system). Clave: fuente→sumidero.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SAST: análisis estático de seguridad sobre el código. Clave: rápido y escalable, pero genera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CodeQL: motor que trata el código como base de datos consultable. Clave: permite escribir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cppcheck clang-tools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semgrep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la superficie de ataque de un proyecto C pequeño: lista funciones que reciben datos externos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(argv, ficheros, red) y márcalas como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SAST y compara resultados: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cppcheck --enable=all --inconclusive src/ 2&gt; cppcheck.txt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scan-build make            # clang static analyzer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--config p/c src/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una advertencia real (p. ej. memcpy con tamaño controlado) desde la fuente del dato hasta 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 de superficie de ataque de un servicio que lee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manualmente un sprintf sin límite y explica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hallazgos de cppcheck vs Semgrep en el mismo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Semgrep que detecte gets(.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5 hallazgos por explotabilidad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cuerpo de un reporte de divulgación responsable.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un proyecto C pequeño (propio o open source con permiso), identifica una vulnerabilidad real,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demuéstrala con una PoC mínima y redacta el reporte de divulgación.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la ubicación exacta del bug (archivo:línea), una PoC que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dispara y un reporte con impacto, versiones y mitigación propuesta.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 ahoga en falsos positivos — Filtra por severidad y valida con taint manual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encuentras nada — No modelaste bien la superficie de ataque; empieza por los parsers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CodeQL no compila la base — La query necesita una DB creada con codeql database create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Reportas sin PoC — Debilita el reporte; incluye reproducción mínima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Publicas un 0-day de terceros — Viola la ética; sigue disclosure coordinada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reemplaza al fuzzing? No: SAST ve patrones sin ejecutar; fuzzing ejecuta y halla bugs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runtime. Son complementarios.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reporto responsablemente? Contacta al vendor/security.txt, aporta PoC, acuerda plazo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(p. ej. 90 días) y coordina la publicación.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¿Todo hallazgo es una CVE? No: muchos son de baja explotabilidad o requieren condiciones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irreales; prioriza.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Dowd, McDonald, Schuh. The Art of Software Security Assessment. Addison-Wesley.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CodeQL — &lt;https://codeql.github.com/&gt;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— &lt;https://semgrep.dev/&gt;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security.txt / disclosure — &lt;https://securitytxt.org/&gt;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