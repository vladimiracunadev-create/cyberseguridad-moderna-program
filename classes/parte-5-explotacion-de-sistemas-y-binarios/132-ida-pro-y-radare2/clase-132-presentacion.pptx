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132 — IDA Pro y radare2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los otros dos pilares del reversing: IDA Pro (estándar comercial, con Hex-Rays)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radare2/rizin (framework libre de línea de comandos, con Cutter como GUI). Aprenderás a moverte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binario en ambos, a comparar sus filosofías (GUI vs REPL) y a elegir la herramienta según la tarea.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un binario en IDA (grafos, pseudo-C de Hex-Rays, xrefs).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mismo binario en radare2 con los comandos esenciales.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flujos de trabajo GUI (IDA/Cutter) vs REPL (r2).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Renombrar/anotar en ambas herramientas.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con r2pipe.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IDA: vista de grafo y pseudo-C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Hex-Rays decompiler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radare2: modelo de comandos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aaa / afl / pdf en r2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Modo visual y grafo en r2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Cutter (GUI de r2/rizin)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Anotar y renombrar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IDA Pro: desensamblador/decompilador comercial líder. Clave: Hex-Rays produce pseudo-C de alta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calidad; existe IDA Free con capacidades limitadas.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radare2 / rizin: framework libre orientado a comandos. Clave: curva pronunciada pero muy potente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scriptable; rizin es un fork con Cutter.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Cutter: GUI para radare2/rizin. Clave: facilita la transición desde IDA/Ghidra.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Grafo de control de flujo (CFG): representación visual de bloques y saltos. Clave: IDA y r2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(VV) lo muestran para entender la lógica.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https://github.com/radareorg/radare2 &amp;&amp; radare2/sys/install.sh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r2pipe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el crackme en radare2 y analiza: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r2 -A ./crackme      # -A ejecuta aaa (análisis)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[0x...]&gt; afl         # lista funciones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[0x...]&gt; s main; pdf # desensambla main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[0x...]&gt; VV @ main   # grafo interactivo (q para salir)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 y comenta en r2: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afvn oldname input     ; renombrar variable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y comenta las diferencias de flujo IDA (GUI) vs r2 (REPL).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pdc (pseudo-decompile) de r2 y compáralo con Hex-Rays.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Renombra tres variables en Cutter y en r2 puro.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con r2pipe todas las llamadas a strcmp.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 el CFG en VV e identifica el bloque de "éxito".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el análisis a un proyecto de r2 (Ps).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crackme con radare2 (sin GUI) y deduce la clave válida usando solo comandos de r2.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la clave correcta trabajando desde la consola de r2 y documentas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comandos usados (afl, pdf, izz, axt, etc.).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afl vacío — No corriste el análisis; usa -A o aaa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 pierdes en r2 — Empieza con ? y V/VV; ve incrementando comandos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pseudo-C de r2 pobre — Usa Cutter/Ghidra para decompilar; r2 brilla en control fino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IDA Free no decompila esa arch — Hex-Rays por arquitectura es limitado en Free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Cambios no persisten — Guarda el proyecto (Ps) o la base de IDA (.idb)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aprendo primero? Ghidra (gratis, decompilador) para entender; r2 para control y scripting;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IDA si tu entorno lo usa.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¿radare2 o rizin? rizin es un fork más estable con Cutter integrado; los comandos son casi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idénticos.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combinar herramientas? Sí: es común triage con r2, decompilar con Ghidra/IDA y depurar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Eagle, C. The IDA Pro Book, 2e.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radare2 book — &lt;https://book.rada.re/&gt;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Cutter — &lt;https://cutter.re/&gt;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Hex-Rays / IDA — &lt;https://hex-rays.com/&gt;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