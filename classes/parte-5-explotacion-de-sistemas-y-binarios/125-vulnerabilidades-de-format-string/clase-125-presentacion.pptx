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125 — Vulnerabilidades de format string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y explotar las vulnerabilidades de cadena de formato, que aparecen cuando datos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llegan sin control al primer argumento de printf/fprintf/syslog. Aprenderás a usar %p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leer la pila (info leak) y %n para escribir memoria arbitraria, dos primitivas potentísimas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permiten filtrar canarios/direcciones y sobrescribir la GOT.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el patrón vulnerable (printf(userinput)).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memoria con %p/%x y localizar el offset del argumento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valores con %n/%hn en direcciones elegidas.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Sobrescribir una entrada de la GOT para secuestrar 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ataque con fmtstrpayload de pwntools.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funciona printf y sus especificadores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%p/%x para leer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Offset de argumento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%n para escribir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Escritura con %hn/%hhn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Sobrescritura de la GOT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fmtstrpayload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 string bug: el usuario controla la cadena de formato de printf. Clave: CWE-134;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 lectura y escritura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%p/%x: vuelcan argumentos que printf cree recibir, en realidad valores de la pila.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del info leak.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del argumento: posición (%N$p) donde aparece tu buffer en la pila. Clave: se localiza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enviando AAAA %p %p %p... y buscando 0x41414141.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%n: escribe en la dirección apuntada el número de bytes ya impresos. Clave: convierte formato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-fno-stack-protector -no-pie -o fmt fmt.c   # binario de práctica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Ejemplo vulnerable fmt.c: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main(){ char b[128]; fgets(b,128,stdin); printf(b); return 0;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la vulnerabilidad enviando %p %p %p %p: verás valores de la pila en vez del texto literal.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el offset de tu buffer: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printf 'AAAABBBB %1$p %2$p %3$p %4$p %5$p %6$p\n' | ./fmt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hasta ver 0x42424242... o 0x41414141; ese índice N es tu offset.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de una dirección de la GOT para derrotar ASLR: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pwn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 = context.binary = ELF("./fmt")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offset del argumento controlado en tu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el stack canary de un binario con canary usando %p.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valor 0xdeadbeef en una variable global con %n.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Sobrescribe la GOT de puts con la dirección de win.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payload manual vs fmtstrpayload.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Recompila con -DFORTIFYSOURCE=2 -O2 y explica qué cambia.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exploit que, mediante una única cadena de formato, sobrescriba una entrada de la GOT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desviar la ejecución a win().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ejecutar el binario con tu entrada, se llama a win() (mensaje visible),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muestras en GDB la entrada GOT modificada.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%p imprime el texto literal — No es vulnerable, o printf recibe formato fijo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incorrecto — Recuenta con %N$p; considera alineación del buffer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%n provoca crash — La dirección destino no es escribible o FORTIFY lo bloquea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enorme y lenta — Usa %hn/%hhn para escrituras parciales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 escrito equivocado — El contador de printf no coincide; ajusta el ancho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%n es tan peligroso? Porque convierte una función de impresión en una primitiva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arbitraria 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apareciendo este bug? Sí, sobre todo en C legacy y logging; -Wformat-security ayuda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detectarlo en compilación.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leer y escribir en el mismo payload? Sí, combinando %s/%p (lectura) con %n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(escritura), aunque suele dividirse en fases.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CWE-134: Use of Externally-Controlled Format String — &lt;https://cwe.mitre.org/data/definitions/134.html&gt;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fmtstr — &lt;https://docs.pwntools.com/en/stable/fmtstr.html&gt;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scut/team teso, "Exploiting Format String Vulnerabilities" (paper clásico).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