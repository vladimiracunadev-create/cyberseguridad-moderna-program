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120 — Buffer overflow en stack: explotación práctica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Convertir la teoría de la clase 119 en un exploit real y reproducible. Construirás el payload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desborda el buffer, sobrescribe la dirección de retorno y redirige la ejecución a una función objetivo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(win()), primero a mano con python -c y luego de forma limpia con pwntools. Es tu primer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control efectivo de RIP.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Calcular el offset al retorno y construir el payload de relleno + dirección.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Redirigir la ejecución a una función objetivo controlando RIP.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Automatizar el exploit con pwntools (process, p64, sendline, recv).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Gestionar la alineación del stack a 16 bytes cuando el retorno lo exige.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Depurar un exploit que falla usando GDB acoplado.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Recolección del offset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Estructura del payload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p64/p32 y endianness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ret2win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Alineación a 16 bytes (movaps)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pwntools básico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Depuración con gdb.attach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Payload: secuencia de bytes que envías al programa para explotarlo. Clave: aquí 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b"A"offset + p64(dirobjetivo).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ret2win: técnica didáctica que salta a una función ganadora ya presente en el binario. Clave: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necesita shellcode ni bypass de NX.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p64/p32: funciones de pwntools que empaquetan un entero en little-endian. Clave: evitan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errores manuales de orden de bytes.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Alineación de stack: System V exige RSP múltiplo de 16 antes de un call. Clave: si falla,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pwntools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python3 -c "import pwn; print(pwn.version)"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el vuln de las clases 118-119 (compilado con -fno-stack-protector -no-pie).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Confirma el offset con pwndbg (cyclic 200 → cyclic -l &lt;valor&gt;). Supón que es 72.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Averigua la dirección de win: objdump -d vuln | grep '&lt;win&gt;:' o en pwntools elf.symbols.win.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el payload manual: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python3 -c 'import sys;sys.stdout.buffer.write(b"A"72 + (0x401156).tobytes(8,"little"))' | ./vuln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Escríbelo en pwntools (exploit.py):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from pwn import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context.binary = elf = ELF("./vuln")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Reproduce el exploit contra el mismo binario recompilado en 32 bits (-m32, usa p32).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Cambia el nombre/tamaño del buffer, recalcula el offset y adapta el script.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manejo con recvuntil para sincronizar con un prompt del programa.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Modifica el binario para que win reciba un argumento y pásalo vía registro/stack.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el gadget ret corrige la alineación.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el exploit local a remote("127.0.0.1", 1337) sirviendo el binario con socat.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exploit.py que, contra tu binario vuln, imprima la salida de win() de forma fiable 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menos 5 ejecuciones seguidas.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for i in $(seq 5); do python3 exploit.py; done muestra el mensaje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win() las 5 veces, sin segfaults.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Segfault dentro de win (movaps) — Stack desalineado; añade un gadget ret extra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RIP = 0x4141414141414141 — Offset correcto pero dirección mal empaquetada; usa p64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RIP casi bien pero desplazado — Offset off-by-8; recuenta saved RBP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Funciona en GDB pero no fuera — Diferencias de entorno/ASLR; usa env={} y desactiva ASLR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EOFError en pwntools — El proceso murió antes; revisa timing con recvuntil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funciona en GDB y no en la terminal? GDB desactiva ASLR y añade variables de entorno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desplazan el stack. Iguala el entorno o usa direcciones estables (-no-pie).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shellcode aquí? No: ret2win reutiliza una función existente. El shellcode llega en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clase 121.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¿Y si el binario tiene canary? El payload lineal se detecta; hay que filtrarlo primero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(clases 122-123).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pwntools docs — &lt;https://docs.pwntools.com/&gt;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Erickson, J. Hacking: The Art of Exploitation, 2e. No Starch Press.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Nightmare — ret2win writeups — &lt;https://guyinatuxedo.github.io/&gt;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ROP Emporium (ret2win) — &lt;https://ropemporium.com/challenge/ret2win.html&gt;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