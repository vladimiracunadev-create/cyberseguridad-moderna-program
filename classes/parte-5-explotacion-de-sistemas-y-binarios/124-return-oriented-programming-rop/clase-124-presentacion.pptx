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124 — Return-Oriented Programming (ROP)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ROP, la generalización de ret2libc: encadenar múltiples gadgets (fragmentos que terminan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ret) para construir cómputo arbitrario sin inyectar código, evadiendo NX por completo. Aprenderás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buscar gadgets, a razonar sobre el flujo de una cadena y a realizar un ret2syscall/execve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y el motor ROP de pwntools.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qué es un gadget y cómo ret encadena varios.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 gadgets útiles con ROPgadget/ropper.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cadena que cargue registros y ejecute una syscall (execve).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autogenerador ROP() de pwntools.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cadenas ROP paso a paso en GDB.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Gadgets y el rol de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Turing-completitud de 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Búsqueda de gadgets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Cargar registros (pop)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ret2syscall / execve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Cadenas con pwntools ROP()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Stack pivoting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secuencia corta de instrucciones que finaliza en ret (o jmp/call controlado).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pop rdi; ret carga un valor y devuelve el control a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ROP: lista de direcciones de gadgets (y datos) colocada en el stack. Clave: cada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la siguiente dirección del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ret2syscall: cadena que prepara RAX/RDI/RSI/RDX y ejecuta syscall para execve("/bin/sh").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no necesita system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pivot: gadget que mueve RSP a memoria controlada (xchg rsp, rax, leave; ret).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 ROPgadget ropper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binario estático o con NX activo para practicar (gcc -static -fno-stack-protector -no-pie).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objetivo con muchos gadgets (binario estático):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-static -no-pie -fno-stack-protector vuln.c -o ropme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./ropme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gadgets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--binary ropme | grep -E ": pop rdi ; ret|: pop rsi ; ret|: pop rdx ; ret|: syscall"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--binary ropme --string '/bin/sh'   # o coloca tú la cadena en .bss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cadena execve("/bin/sh", 0, 0) a mano: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a mano (sin ROP()) la cadena execve y verifícala en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ropper en lugar de ROPgadget y compara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stack pivot con leave; ret hacia un buffer en .bss.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cadena que llame a mprotect para hacer ejecutable una región (ret2mprotect).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ROP es Turing-completo con gadgets suficientes.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cuántos gadgets pop necesitas para 4 argumentos de syscall.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ROP que ejecute execve("/bin/sh", NULL, NULL) mediante syscall contra tu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estático, sin usar system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shell interactiva; la cadena incluye gadgets pop rdi/rsi/rdx/rax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un syscall, verificable en el telescope de la cadena.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a mitad de cadena — Un gadget tenía efectos colaterales (modifica otro registro)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pop rdx; ret — Usa un gadget compuesto o xor/otro que ponga RDX a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/bin/sh no está en el binario — Escríbela en .bss con rop.write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 no dispara execve — RAX no vale 59, o argumentos mal ordenados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demasiado larga para el buffer — Aplica stack pivot a una región mayor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¿ROP o ret2libc? ret2libc es un caso simple; ROP generaliza a cómputo arbitrario y no depende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tener 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elijo gadgets sin efectos colaterales? Prefiere los más cortos y revisa cada instrucción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intermedia; los "clean gadgets" son los ideales.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ROP contra CFI? Control-Flow Integrity y CET/shadow stacks lo dificultan; es la frontera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 de la investigación.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Shacham, H. "The Geometry of Innocent Flesh on the Bone: Return-into-libc without Function Calls" (CCS 2007).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ROP — &lt;https://docs.pwntools.com/en/stable/rop/rop.html&gt;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— &lt;https://ropemporium.com/&gt;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— &lt;https://github.com/JonathanSalwan/ROPgadget&gt;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