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121 — Escritura de shellcode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shellcode propio: código máquina que, inyectado en un proceso, ejecuta una acción del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atacante (típicamente lanzar /bin/sh). Aprenderás a invocar syscalls de Linux desde ensamblador,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 extraer los opcodes, a eliminar bytes nulos que romperían las copias de cadenas y a probar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shellcode con un cargador. Es la carga útil clásica del binary exploitation.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en NASM un execve("/bin/sh") como shellcode de 64 bits.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los opcodes y cargarlos desde un programa de prueba en 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y eliminar bytes nulos (\x00) usando trucos de registros.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Generar shellcode con msfvenom/pwn.shellcraft y compararlo con el propio.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Depurar shellcode que no ejecuta con GDB.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Syscalls de Linux x64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execve para lanzar shell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Registros por syscall (RAX, RDI…)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Bytes nulos y cómo evitarlos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Extracción de opcodes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Cargador de pruebas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shellcraft / msfvenom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Shellcode: secuencia de opcodes autocontenida que realiza una acción al ejecutarse. Clave: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suele evitar dependencias y direcciones absolutas.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Syscall: llamada al kernel; en x64 se invoca con syscall y el número en RAX. Clave: execve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la 59; exit la 60.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Byte nulo (\x00): termina cadenas en C; si aparece en el shellcode, funciones como strcpy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 truncan. Clave: se evita con xor reg, reg en vez de mov reg, 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NOP sled: relleno de \x90 que da margen al salto. Clave: aumenta fiabilidad ante direcciones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sudo apt install -y nasm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pwntools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Trabaja en la VM aislada. Los binarios de prueba se compilan con -z execstack solo para el laboratorio.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sh.asm (execve("/bin/sh", NULL, NULL)):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section .text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global start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start: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xor  rsi, rsi            ; argv = NULL  (sin bytes nulos)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push rsi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mov  rdi, 0x68732f6e69622f ; "/bin/sh\0" invertido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Reescribe el shellcode para que ejecute /bin/ls en vez de una shell.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Elimina cualquier byte nulo introducido y explica la técnica usada.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Mide la longitud en bytes de tu shellcode y compárala con el de msfvenom.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shellcode que solo haga exit(7) y verifícalo con echo $?.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 shellcode con msfvenom -p linux/x64/exec CMD=id -f c y analízalo.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un NOP sled y explica cuándo aporta fiabilidad.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shellcode de 64 bits sin bytes nulos que lance /bin/sh, junto con el cargador C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 ejecuta.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./loader abre una shell interactiva y python3 -c 'print(b"...".count(b"\x00"))'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sobre tus bytes devuelve 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Segfault en vez de shell — NX activo; compila el loader con -z execstack (laboratorio)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shellcode se trunca — Contiene \x00; usa xor/push+pop para inmediatos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"/bin/sh" mal formado — Endianness incorrecta al empujar la cadena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execve devuelve -1 — Argumentos mal colocados (RDI/RSI/RDX)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Funciona suelto pero no inyectado — Direcciones/entorno distintos; usa registros relativos a RSP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me obsesiono con los bytes nulos? Porque la mayoría de overflows nacen de funciones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cadena que se detienen en \x00, cortando tu payload.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usar shellcode de Internet? Para aprender, escribe el tuyo. En CTF a menudo se usa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shellcraft, pero entender la mecánica es el objetivo.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shellcode en el stack sigue siendo viable? Rara vez: NX lo bloquea. Se estudia para entender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base; luego se pasa a ROP/ret2libc.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Anley et al. The Shellcoder's Handbook, 2e. Wiley.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Erickson, J. Hacking: The Art of Exploitation, 2e, cap. 0x5. No Starch Press.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Linux syscall table (x86-64) — &lt;https://filippo.io/linux-syscall-table/&gt;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pwntools shellcraft — &lt;https://docs.pwntools.com/en/stable/shellcraft.html&gt;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