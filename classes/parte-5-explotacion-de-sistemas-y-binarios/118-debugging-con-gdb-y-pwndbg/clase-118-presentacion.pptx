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118 — Debugging con GDB y pwndbg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GDB como herramienta de análisis dinámico y potenciarlo con pwndbg, el plugin estándar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mundo del pwn. Aprenderás a poner breakpoints, avanzar instrucción a instrucción, examinar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 y registros, e interpretar la vista de contexto (registros, stack, disassembly, backtrace)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pwndbg pinta en cada parada. Esta es la mesa de trabajo del resto de la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verificar pwndbg sobre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la ejecución con break, run, continue, stepi, nexti, finish.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memoria con x/, registros con info registers y el stack con 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comandos de pwndbg: context, vmmap, telescope, search, cyclic.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un desbordamiento observando cómo se corrompe RIP en tiempo de ejecución.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Instalación de 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Breakpoints y watchpoints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stepi / nexti / finish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x/ (examine) y formatos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context de 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vmmap y telescope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cyclic / cyclic -l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pwndbg: plugin de GDB orientado a explotación que muestra automáticamente el contexto en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parada. Clave: alternativas equivalentes son GEF y peda.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Breakpoint: punto donde el programa se detiene. Clave: break 0x401136 rompe en una dirección exacta.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Watchpoint: detiene cuando cambia el valor de una expresión/memoria. Clave: ideal para 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cuándo se corrompe una variable.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x/ (examine): vuelca memoria con formato (x/16gx $rsp = 16 giant hex desde RSP). Clave: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letra final es el tamaño (b/h/w/g) y la anterior el formato (x/d/i/s).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https://github.com/pwndbg/pwndbg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cd pwndbg &amp;&amp; ./setup.sh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"quit" | gdb -q ./frame   # debe mostrar la cabecera pwndbg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reproducibilidad al aprender, desactiva ASLR solo dentro de GDB (pwndbg lo hace por defecto)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globalmente en la VM: echo 0 | sudo tee /proc/sys/kernel/randomizevaspace (revierte a 2 después).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un binario vulnerable de prueba (sin protecciones, solo para práctica):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// vuln.c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void win() { puts("¡controlaste el flujo!");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void vuln() { char buf[64]; gets(buf);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main(){ vuln(); return 0;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-fno-stack-protector -no-pie -z execstack vuln.c -o vuln   # solo laboratorio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en pwndbg: gdb -q ./vuln. Observa la cabecera y prueba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los 8 primeros qwords del stack con un solo comando x/.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 un watchpoint sobre buf y observa cuándo se sobreescribe.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search para encontrar la cadena "win" en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vuln con disassemble vuln e identifica el call gets.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stepi y nexti con call.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un script .gdbinit con tus breakpoints habituales.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cyclic, determina el offset exacto (en bytes) desde el inicio de buf hasta la dirección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retorno de vuln.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número obtenido con cyclic -l coincide con 64 + 8 (buffer + saved RBP)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lo justificas con la vista de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 no aparece — source no cargado; revisa ~/.gdbinit o reejecuta setup.sh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cyclic -l da "not found" — Pasaste el valor equivocado; usa el que quedó en RIP/RSP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corrida — ASLR activo; desactívalo o depura dentro de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x/s imprime basura — Formato incorrecto; ese puntero no apunta a una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breakpoint nunca dispara — Símbolo inexistente o binario recompilado; rompe por dirección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¿pwndbg, GEF o peda? Cualquiera sirve; pwndbg es el más usado hoy. No mezcles dos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desactivo ASLR para aprender? Para que las direcciones sean estables entre corridas.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explotación real lo tratarás como obstáculo (clases 122+).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¿gets es realista? Es un ejemplo didáctico; en binarios reales verás strcpy, sprintf,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read mal acotados,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pwndbg — documentación oficial — &lt;https://github.com/pwndbg/pwndbg&gt;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9.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manual — &lt;https://sourceware.org/gdb/documentation/&gt;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GEF (alternativa) — &lt;https://hugsy.github.io/gef/&gt;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