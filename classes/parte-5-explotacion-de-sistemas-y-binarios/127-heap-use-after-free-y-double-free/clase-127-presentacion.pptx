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127 — Heap: use-after-free y double free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dos de las corrupciones de heap más frecuentes: use-after-free (UAF), donde se usa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a memoria ya liberada, y double free, donde se libera dos veces el mismo chunk. Verás cómo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UAF permite leer/escribir datos ajenos y secuestrar punteros de función, y cómo un double free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 (tcache poisoning) logra escritura arbitraria para redirigir malloc a una dirección elegida.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causas de UAF y double free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un UAF para leer/escribir sobre un objeto reasignado.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tcache poisoning a partir de un double free.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Redirigir malloc a una dirección arbitraria (p. ej. freehook/GOT).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estos bugs con ASan.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Puntero colgante (dangling)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Reasignación del chunk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Secuestro de vtable/punteros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Double free en tcache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tcache key (mitigación)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tcache poisoning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Objetivos: freehook, GOT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Use-after-free: uso de memoria tras free. Clave: CWE-416; si el chunk se reasigna, escribes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otro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colgante: referencia que sobrevive al free. Clave: no ponerlo a NULL es la causa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 free: liberar dos veces el mismo puntero. Clave: corrompe la lista del bin, permitiendo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devolver el mismo chunk dos veces.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 poisoning: sobrescribir el puntero next de un chunk en tcache. Clave: el siguiente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-fsanitize=address -g uaf.c -o uafasan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ldd --version | head -1     # conocer la versión de glibc y sus mitigaciones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UAF — programa uaf.c: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main(){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a = malloc(0x40);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free(a);                 // a queda colgante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b = malloc(0x40);  // reutiliza el mismo chunk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strcpy(b, "datos de b");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printf("a ahora lee: %s\n", a);  // UAF: a y b son la misma memoria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el uaf.c poniendo el puntero a NULL tras free y confirma con ASan.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chunk reasignado solapa los dos punteros.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tcache poisoning apuntando a una variable global conocida.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tcache key y cómo detecta el double free.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objetivos de escritura viables en tu versión de glibc.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salida de ASan con la de Valgrind para el mismo UAF.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binario de reto con UAF/double free, logra que un malloc devuelva una dirección que tú elijas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tcache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en GDB que un malloc retorna la dirección objetivo, y (si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 lo permite) obtienes ejecución de código o lectura de la flag.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free(): double free detected in tcache 2 — tcache key activa; falséala o usa fastbin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poisoning no cambia malloc — El next mal alineado o tamaño de bin incorrecto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al liberar chunk falso — Metadatos inválidos; ajusta size y alineación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freehook no existe — glibc ≥2.34; apunta a GOT/estructuras alternativas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ASan no detecta nada — No compilaste con -fsanitize=address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¿UAF siempre da RCE? No siempre; depende de si el objeto reasignado contiene punteros de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funcionando el ataque a freehook? No en glibc ≥2.34 (los hooks fueron eliminados);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que buscar objetivos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estos bugs al programar? Pon punteros a NULL tras free, usa smart pointers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C++ y compila con ASan en 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CWE-416: Use After Free — &lt;https://cwe.mitre.org/data/definitions/416.html&gt;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how2heap (Shellphish) — &lt;https://github.com/shellphish/how2heap&gt;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heap.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AddressSanitizer — &lt;https://github.com/google/sanitizers/wiki/AddressSanitizer&gt;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