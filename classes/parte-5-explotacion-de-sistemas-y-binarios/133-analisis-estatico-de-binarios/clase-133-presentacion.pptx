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133 — Análisis estático de binarios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Profundizar en el análisis estático: entender un binario sin ejecutarlo. Estudiarás el desensamblado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(lineal vs recursivo), la reconstrucción del grafo de control de flujo (CFG) y de llamadas (call graph),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análisis de flujo de datos elemental y los límites del enfoque estático frente a código ofuscado 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generado dinámicamente. Es la base rigurosa del reversing profesional.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desensamblado lineal y recursivo y sus fallos típicos.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Reconstruir el CFG y el call graph de una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análisis de flujo de datos básico (def-use, propagación de constantes).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los límites del análisis estático (packing, JIT, indirect calls).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Combinar herramientas (objdump, Ghidra, capstone) para un análisis 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Desensamblado lineal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Desensamblado recursivo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CFG (control flow graph)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Call graph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Data flow básico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Detección de funciones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Límites: packing, indirección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Desensamblado lineal: decodifica byte a byte de inicio a fin. Clave: rápido, pero interpreta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incrustados como código (errores de sincronización).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Desensamblado recursivo: sigue saltos/llamadas desde el entry point. Clave: más preciso; puede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perder código alcanzado solo por saltos indirectos.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CFG: grafo de bloques básicos y aristas de salto. Clave: revela bucles, ramas y estructura.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Call graph: grafo de qué función llama a cuál. Clave: ayuda a priorizar funciones interesantes.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def-use: dónde se define y usa un valor. Clave: base para propagación de constantes 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capstone pyelftools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-y binutils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desensamblado lineal vs recursivo en un binario con datos incrustados: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objdump -d crackme          # lineal (GNU)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el CFG de main en Ghidra (Window → Function Graph) e identifica bucles y ramas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éxito/fracaso.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desensamblador mínimo con capstone para ver cómo se decodifican instrucciones: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capstone import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elftools.elf.elffile import ELFFile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 caso donde el desensamblado lineal se desincronice.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CFG de una función con un bucle y una condición.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el call graph parcial de un binario pequeño.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capstone para contar cuántas instrucciones call hay en .text.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con upx -t/entropía si un binario está empacado.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 salto indirecto (jmp rax) y explica por qué complica el estático.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capstone y pyelftools, escribe un script que liste todas las instrucciones call de .text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 dirección y, cuando sea directo, la función destino.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script imprime las llamadas directas resueltas correctamente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(verificable contra objdump -d) y marca las indirectas como "no resueltas".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Desensamblado "basura" a mitad — Datos incrustados; usa análisis recursivo (Ghidra/r2)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Faltan funciones en el CFG — Alcanzadas por saltos indirectos; complementa con dinámico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capstone no decodifica — Modo/arquitectura equivocados (32 vs 64)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Binario "vacío" en objdump — Está empacado (UPX u otro); desempácalo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Call destino incorrecto — Confundes dirección relativa con absoluta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¿Estático o dinámico? El estático da visión global sin ejecutar; el dinámico revela lo que solo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ocurre en runtime. Se complementan.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packing? Alta entropía, pocas secciones, imports mínimos, o firmas conocidas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(upx).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resolver saltos indirectos estáticamente? A veces con análisis de valores; en general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requieren ejecución/emulación.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Andriesse, D. Practical Binary Analysis, caps. 5-8.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Capstone Engine — &lt;https://www.capstone-engine.org/&gt;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pyelftools — &lt;https://github.com/eliben/pyelftools&gt;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UPX — &lt;https://upx.github.io/&gt;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