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136 — Fuzzing con AFL++ y libFuzzer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vulnerabilidades automáticamente mediante fuzzing: alimentar a un programa con miles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entradas mutadas guiadas por cobertura hasta provocar crashes. Aprenderás a compilar objetivos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instrumentación, a lanzar campañas con AFL++ y libFuzzer, a combinar con sanitizers (ASan/UBSan)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a triar y minimizar los crashes encontrados.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fuzzing guiado por cobertura y por qué es efectivo.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un objetivo con afl-cc/-fsanitize=fuzzer.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campañas AFL++ con corpus semilla y diccionarios.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harness libFuzzer (LLVMFuzzerTestOneInput).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Triar y minimizar crashes reproducibles.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Fuzzing guiado por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Instrumentación (AFL/SanCov)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Corpus semilla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Diccionarios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Sanitizers (ASan/UBSan)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libFuzzer y harness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Triage y dedup de crashes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Fuzzing: generación masiva de entradas para provocar fallos. Clave: el guiado por cobertura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entradas que exploran código nuevo.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 de cobertura: el compilador inserta contadores por rama. Clave: AFL++ los 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saber qué mutaciones son "interesantes".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Corpus semilla: conjunto inicial de entradas válidas. Clave: acelera el descubrimiento al partir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casos realistas.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Diccionario: lista de tokens/keywords del formato. Clave: ayuda a superar comprobaciones 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afl++    # o compilar desde github.com/AFLplusplus/AFLplusplus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clang --version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vulnerable parser.c (tiene un overflow deliberado):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void parse(const char s){ char b[16]; if(s[0]=='F' &amp;&amp; s[1]=='U') strcpy(b, s);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main(int c, charv){ char buf[256]; FILEf=fopen(v[1],"rb"); int n=fread(buf,1,255,f); buf[n]=0; parse(buf);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con instrumentación AFL++ + ASan y prepara el corpus: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afl-cc -fsanitize=address -o parserafl parser.c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mkdir in &amp;&amp; printf 'FUabc' &gt; in/seed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afl-fuzz -i in -o out -- ./parserafl @@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corpus semilla mejor y mide el impacto en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diccionario para un formato con magic bytes y compáralo sin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AFL++ en modo persistente y mide ejecuciones/seg.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Tría tres crashes y determina si son el mismo bug.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Minimiza un crash con afl-tmin y explica qué eliminó.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harness libFuzzer para una función de parsing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y reproduce un crash en un objetivo instrumentado, minimiza el caso y explica la causa raíz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backtrace de ASan.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un input mínimo que provoca el crash de forma determinista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de ASan que identifica el tipo de bug (p. ej. stack-buffer-overflow).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0 crashes tras horas — Corpus/diccionario pobres; el fuzzer no supera un 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"suboptimal, core dumps" — Ajusta corepattern como indica AFL al arrancar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Crashes no reproducibles — Falta ASan o hay no-determinismo (tiempo/aleatorio)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Muy pocas ejec/seg — Objetivo lento; usa modo persistente/in-process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crashes iguales — Falta dedup; usa triage por backtrace/casr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¿AFL++ o libFuzzer? AFL++ para binarios/CLI y black-box con QEMU; libFuzzer para funciones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librería in-process. A menudo se usan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el código fuente? No siempre: AFL++ tiene modo QEMU/frida para binarios sin fuente,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aunque más lento.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no hay crashes? Mejora semillas y diccionario, añade sanitizers y aumenta el tiempo;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también considera assertions.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AFL++ — &lt;https://github.com/AFLplusplus/AFLplusplus&gt;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libFuzzer (LLVM) — &lt;https://llvm.org/docs/LibFuzzer.html&gt;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OSS-Fuzz — &lt;https://github.com/google/oss-fuzz&gt;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