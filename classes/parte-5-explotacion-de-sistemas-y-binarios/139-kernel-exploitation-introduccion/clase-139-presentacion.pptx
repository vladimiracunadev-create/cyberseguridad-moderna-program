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139 — Kernel exploitation: introducción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el salto de user-space a kernel-space: entender por qué explotar el kernel implica escalada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 total, qué superficie ofrecen los drivers y syscalls, y cómo se aplican las técnicas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corrupción de memoria en un contexto con sus propias mitigaciones (SMEP, SMAP, KASLR, KPTI). Practicarás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módulo vulnerable propio dentro de una VM, con el objetivo clásico de commitcreds(preparekernelcred(0)).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separación user/kernel y por qué el impacto es máximo.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superficie de ataque: syscalls, drivers/ioctl, /proc, netlink.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mitigaciones de kernel: SMEP, SMAP, KASLR, KPTI, KPTI, stack canaries.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técnica preparekernelcred + commitcreds para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entorno de práctica con QEMU y un módulo vulnerable.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Anillos de privilegio (ring 0/3)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Superficie: syscalls, ioctl, drivers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Tipos de bug en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SMEP/SMAP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KASLR y KPTI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commitcreds(preparekernelcred(0))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ret2usr y su bloqueo por SMEP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Kernel-space (ring 0): contexto con acceso total al hardware y a la memoria. Clave: un bug aquí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significar control total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del kernel: syscalls, ioctl de drivers, sistemas de ficheros, red.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drivers de terceros son foco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SMEP/SMAP: impiden ejecutar (SMEP) o acceder (SMAP) a memoria de usuario desde el kernel.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bloquean el clásico ret2usr; se evaden con ROP en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KASLR: aleatoriza la base del kernel. Clave: requiere un leak de una dirección de kernel.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qemu-system-x86 build-essential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QEMU (no en tu host). Toma un snapshot antes de cada intento.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módulo de práctica con un copyfromuser sin acotar (bug deliberado) que exponga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ioctl/write vulnerable. Cárgalo con insmod en la VM.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la VM en QEMU con parámetros conocidos para controlar las mitigaciones (para el primer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puedes desactivar KASLR con nokaslr y observar direcciones estables):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qemu-system-x8664 -kernel bzImage -initrd initramfs.cpio.gz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-append "console=ttyS0 nokaslr" -nographic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user-space, escribe un programa que abra el device y dispare el overflow del módulo,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cuatro fuentes de superficie de ataque de un kernel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SMEP rompe el ret2usr y cómo se evade con kernel ROP.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papel de preparekernelcred(0) y commitcreds.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QEMU con y sin nokaslr y compara direcciones.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complica KPTI en el retorno a user-space.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CVE reciente de driver Linux y resume su clase de bug.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tu VM con un módulo vulnerable propio, logra escalada de privilegios a root mediante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commitcreds(preparekernelcred(0)), con KASLR desactivado para el primer intento.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tras ejecutar tu exploit, un id en la VM muestra uid=0(root)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sigue estable (retorno limpio a user-space).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panic / VM colgada — Retorno a user-space mal hecho; guarda/restaura estado (swapgs/iretq)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funciona" con KASLR — Necesitas un leak de dirección de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SMEP fault al saltar a user — Usa kernel ROP en vez de ret2usr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cada boot — KASLR activo; añade nokaslr para aprender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insmod falla — Módulo compilado contra otros headers; usa los del kernel de la VM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practicar en QEMU y no en el host? Un fallo de kernel puede colgar o corromper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sistema; QEMU con snapshots te da un entorno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¿Kernel pwn es mucho más difícil? Tiene más mitigaciones y menos margen de error, pero las bases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(corrupción de memoria, ROP) son las mismas.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sigo? Retos de "kernel pwn" (pwn.college, kernelctf) y lectura del código de drivers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simples.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Perla, E. &amp; Oldani, M. A Guide to Kernel Exploitation.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kernel security docs — &lt;https://www.kernel.org/doc/html/latest/security/&gt;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pwn.college (kernel) — &lt;https://pwn.college/&gt;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lkmidas, "Learning Linux Kernel Exploitation" — &lt;https://lkmidas.github.io/&gt;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