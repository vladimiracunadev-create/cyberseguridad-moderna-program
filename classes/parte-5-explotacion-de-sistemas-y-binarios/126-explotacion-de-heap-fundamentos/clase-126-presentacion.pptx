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126 — Explotación de heap: fundamentos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cómo funciona el heap de glibc (ptmalloc2): chunks, cabeceras de tamaño, bins y arenas.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este modelo mental, las técnicas de explotación de heap (UAF, double free, tcache poisoning) son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magia negra. Aprenderás a inspeccionar el heap en vivo con pwndbg y a razonar sobre cómo malloc/free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reorganizan la memoria.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 estructura de un chunk: prevsize, size, flags,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los tipos de bins (tcache, fast, small, large, unsorted).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Inspeccionar el heap con heap, bins, visheapchunks de pwndbg.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Predecir cómo malloc/free reutilizan memoria.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dónde nacen las corrupciones de heap.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Arena y heap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Chunk: size y flags (PREVINUSE)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tcache (glibc ≥ 2.26)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fastbins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unsorted/small/large bins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top chunk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Herramientas pwndbg de heap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Chunk: unidad de asignación del heap con cabecera (size) y datos. Clave: el bit PREVINUSE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indica si el chunk previo está en 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tcache: caché por-hilo de chunks liberados (glibc moderna). Clave: LIFO, con puntero next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manipulable → tcache poisoning.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fastbin: lista LIFO de chunks pequeños que no se consolidan de inmediato. Clave: histórico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 de fastbin dup.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unsorted bin: lista temporal de chunks recién liberados antes de clasificarlos. Clave: filtra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pwntools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ldd --version | head -1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Compila un programa de práctica que reserve y libere chunks con malloc/free.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Programa heapdemo.c: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 main(){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char a = malloc(0x30); strcpy(a,"AAAA");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char b = malloc(0x30); strcpy(b,"BBBB");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free(a); free(b);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char c = malloc(0x30);   // reutiliza el último liberado (tcache LIFO)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return 0;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layout de dos chunks contiguos indicando dónde está size de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Muestra con pwndbg el contenido del tcache tras liberar 3 chunks iguales.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tcache es LIFO y qué implica para la reutilización.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Reserva un chunk &gt; 0x408 y observa a qué bin va al liberarlo.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el top chunk y su size en visheapchunks.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el next de un chunk en tcache (dónde apunta).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un programa que reserve y libere varios chunks, demuestra en pwndbg que el tcache es LIFO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prediciendo qué dirección devolverá el siguiente malloc.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predices correctamente la dirección devuelta por un malloc posterior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basándote en el estado del tcache mostrado por bins.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ves tcache — glibc antigua (&lt;2.26); revisa versión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size "raro" (+1) — El bit PREVINUSE está puesto; enmascara con &amp; ~0x7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Chunks no se consolidan — tcache/fastbin no consolidan; usa tamaños mayores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Direcciones cambian — ASLR; desactívalo para estudiar el layout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datos con metadatos — El usuario ve el puntero a datos, no a la cabecera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estudiar glibc y no otro asignador? Es el más común en Linux/CTF. jemalloc/tcmalloc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tienen internals distintos.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tamaño que pido es el tamaño del chunk? No: se redondea e incluye metadatos; malloc(0x30)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suele dar un chunk de 0x40.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memorizar todos los bins? Domina tcache y fastbins primero; son los más explotados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glibc moderna.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Shellcoder's Handbook, cap. de heap. Wiley.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glibc malloc internals (sploitfun) — &lt;https://sploitfun.wordpress.com/2015/02/10/understanding-glibc-malloc/&gt;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how2heap (Shellphish) — &lt;https://github.com/shellphish/how2heap&gt;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Azeria Labs, heap exploitation — &lt;https://azeria-labs.com/heap-exploitation-part-1/&gt;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