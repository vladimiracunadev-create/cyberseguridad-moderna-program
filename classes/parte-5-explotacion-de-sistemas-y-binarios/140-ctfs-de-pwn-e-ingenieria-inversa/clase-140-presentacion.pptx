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140 — CTFs de pwn e ingeniería inversa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Consolidar toda la parte practicando en CTFs de categoría pwn y reversing: entender el formato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competencias, montar un flujo de trabajo eficiente (triage → hipótesis → primitiva → exploit → flag),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objetivos remotos, y aprender de los writeups. El CTF es el gimnasio donde se afilan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técnicas de explotación e ingeniería inversa de forma legal y motivadora.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Organizar un flujo de trabajo de CTF (categorías, triage, priorización).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retos de pwn conectando a un servicio remoto con pwntools.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retos de reversing deduciendo la lógica y la flag.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una plantilla de exploit local/remoto.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de writeups y documentar sus propias soluciones.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 de CTF (jeopardy/attack-defense)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Categorías pwn/rev y su solapamiento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Triage rápido de un 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Plantilla pwntools local/remoto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Conexión remota y flag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Gestión de libc del 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Writeups y aprendizaje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 (Capture The Flag): competencia de seguridad con retos que ocultan una "flag". Clave: pwn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 son las categorías de esta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Jeopardy vs Attack-Defense: por retos independientes vs. defender/atacar servicios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el formato cambia la estrategia y el ritmo.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reto: primeras acciones (file, checksec, strings, abrir en Ghidra) para orientar.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decide técnica y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Flag: cadena objetivo, típicamente flag{...} o ctf{...}. Clave: se obtiene ejecutando código,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 ROPgadget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legales de práctica: pwn.college, picoCTF, HackTheBox, pwnable.kr,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Emporium, crackmes.one.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un reto de pwn descargado: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chall &amp;&amp; checksec ./chall &amp;&amp; strings chall | head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bug localmente y determina la primitiva (overflow, fmt, UAF…).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una plantilla pwntools que sirva local y remoto: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pwn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 = context.binary = ELF("./chall")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 conn():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reto de picoCTF de la categoría Binary Exploitation y documenta 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crackme de crackmes.one y publica (para ti) el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tu plantilla pwntools para gestionar un prompt con sendlineafter.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 libc de un reto remoto por un leak y ajústala.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dos retos de ROP Emporium (ret2win, split).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un writeup avanzado y resume una técnica nueva que aprendiste.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de principio a fin un reto de pwn con objetivo remoto (de una plataforma de práctica),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obteniendo la flag, y entrega tu exploit + writeup.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exploit.py REMOTE recupera la flag del servidor y tu writeup explica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bug, la primitiva y la cadena de explotación de forma reproducible.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local, no remoto — libc distinta; usa la del reto y recalcula offsets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 atascas horas en un reto — Vuelve al triage; quizá la categoría/técnica es otra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 no aparece — Puede estar en un fichero; ejecuta cat flag.txt tras la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Timing/EOF con el servidor — Sincroniza con recvuntil/sendlineafter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Copias exploits sin entender — No aprendes; resuelve primero, luego contrasta writeups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empiezo? picoCTF y pwn.college son ideales para principiantes; ROP Emporium para ROP;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pwnable.kr para variedad.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¿Está bien leer writeups? Sí, después de intentarlo. Son la forma más rápida de aprender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nuevas.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CTF sirven para el trabajo real? Mucho: entrenan las mismas primitivas y mentalidad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research de vulnerabilidades y el pentesting avanzado.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pwn.college — &lt;https://pwn.college/&gt;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picoCTF — &lt;https://picoctf.org/&gt;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 — &lt;https://ropemporium.com/&gt;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CTFtime (calendario y writeups) — &lt;https://ctftime.org/&gt;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