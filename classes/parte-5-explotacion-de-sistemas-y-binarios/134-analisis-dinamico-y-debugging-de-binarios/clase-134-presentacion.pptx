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134 — Análisis dinámico y debugging de binarios</a:t>
            </a:r>
          </a:p>
          <a:p>
            <a:r>
              <a:rPr sz="1600">
                <a:solidFill>
                  <a:srgbClr val="2E8B57"/>
                </a:solidFill>
              </a:rPr>
              <a:t>parte 5 explotacion de sistemas y binarios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Observar el binario en ejecución para revelar lo que el análisis estático no puede: valores 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runtime, rutas realmente tomadas, cadenas descifradas, llamadas a librería y syscalls. Combinarás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ltrace/strace, GDB con scripting, tracing con Frida y emulación selectiva, cerrando el ciclo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estático↔dinámico del reversing.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Trazar llamadas a librería y syscalls con ltrace/strace.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Automatizar GDB con breakpoints condicionales y scripts.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Instrumentar funciones en runtime con Frida.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Descifrar cadenas/lógica que solo aparecen al ejecutar.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Aislar el entorno de análisis con seguridad.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Aislamiento (VM/snapshots)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strace (syscalls)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ltrace (funciones de librería)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GDB scripting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Frida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Dump de memoria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Emulación (Unicorn/qiling)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dinámico: estudio del binario mientras corre. Clave: revela datos y rutas que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estático no 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strace / ltrace: trazan syscalls y llamadas a librerías con sus argumentos. Clave: ltrace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muestra el strcmp(input, "clave") directamente.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Breakpoint condicional: se detiene solo si una condición se cumple. Clave: break f if x==0x41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evita paradas inútiles.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Frida: toolkit de instrumentación dinámica con scripts JS. Clave: hookea funciones y modifica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sudo apt install -y strace ltrace gdb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pip install frida-tools unicorn qiling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una VM aislada con snapshot previo. Nunca ejecutes muestras desconocidas en tu host.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Traza syscalls y llamadas de librería del crackme: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strace -f ./crackme            # open/read/write, etc.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ltrace ./crackme               # a menudo revela strcmp(input, "SECRET")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ltrace muestra la comparación, ya tienes la clave. Si está ofuscada, sigue con GDB.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GDB con breakpoint condicional y hook automático: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break strcmp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commands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Encuentra la clave de un crackme usando solo ltrace.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script GDB que registre cada strcmp sin detenerse.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Hookea con Frida una función y modifica su valor de retorno.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qué revela strace frente a ltrace.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Emula una función pequeña con Qiling y compara con la ejecución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una cadena descifrada de memoria con dump memory.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Deduce la clave de un crackme que descifra su comparación en runtime, usando análisis dinámico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(ltrace, GDB o Frida).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obtienes la clave correcta y explicas con qué herramienta/hook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capturaste en el momento de la comparación.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ltrace no muestra nada — Binario estático o anti-ltrace; usa GDB/Frida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Frida "cannot find module" — Nombre de export incorrecto; usa null para el binario principal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Breakpoint condicional nunca dispara — Condición mal escrita; revisa el registro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Ejecutas malware en el host — ¡Riesgo! Usa VM aislada con snapshot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Cadena vacía en el dump — Rango/offset erróneo; ajusta con x/s antes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¿ltrace o strace? ltrace para funciones de librería (más legible); strace para syscalls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(útil cuando no hay imports dinámicos claros).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¿Frida solo para móvil? No: funciona en Linux/Windows/macOS y es excelente para desktop y CTF.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¿Cuándo emular? Cuando quieres ejecutar una rutina de descifrado aislada sin montar todo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entorno del binario.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Andriesse, D. Practical Binary Analysis, cap. 9. No Starch Press.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Frida — &lt;https://frida.re/&gt;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Qiling Framework — &lt;https://qiling.io/&gt;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Unicorn Engine — &lt;https://www.unicorn-engine.org/&gt;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