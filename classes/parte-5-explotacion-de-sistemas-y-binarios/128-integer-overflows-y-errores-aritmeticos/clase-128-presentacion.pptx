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128 — Integer overflows y errores aritméticos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cómo los errores aritméticos con enteros (overflow, underflow, truncamiento,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signed/unsigned) se convierten en vulnerabilidades de memoria: una multiplicación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tamaño que se desborda genera un malloc demasiado pequeño y, después, un overflow de heap. Aprenderás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detectar estos patrones y a explotarlos indirectamente.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overflow, underflow, truncamiento y confusión de signo.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cálculos de tamaño vulnerables antes de malloc/memcpy.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Provocar un heap overflow a partir de un integer overflow.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estos bugs con UBSan y análisis de código.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Programar comprobaciones aritméticas seguras.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Representación de enteros y wrap-around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Signed vs unsigned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Truncamiento (int→short)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Overflow en cálculo de tamaño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 integer bug a heap overflow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Off-by-one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UBSan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Integer overflow: el resultado excede el máximo del tipo y "da la vuelta". Clave: CWE-190;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0xFFFFFFFF + 1 = 0 en uint32.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Underflow: una resta cae por debajo de 0 en unsigned → número enorme. Clave: len - 1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len=0 da SIZEMAX.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Truncamiento: asignar un valor a un tipo más pequeño pierde bits altos. Clave: int→short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 pasar un tamaño grande a uno pequeño.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signed/unsigned: una comparación firmada trata un negativo como válido. Clave: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-fsanitize=undefined -g intov.c -o intovubsan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-fsanitize=address -g intov.c -o intovasan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Cálculo de tamaño vulnerable intov.c: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 dupitems(unsigned n){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// BUG: n  8 puede desbordar en 32 bits -&gt; buffer minúsculo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unsigned size = n  8;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char buf = malloc(size);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 (unsigned i = 0; i &lt; n; i++) memcpy(buf + i8, "AAAAAAAA", 8); // heap overflow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return buf;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un ejemplo de underflow (len=0; len-1) y su valor resultante.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chequeo previo a malloc que rechace el overflow.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 un truncamiento int→short y explica la pérdida de bits.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UBSan un overflow signed y explica por qué es UB.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off-by-one en un bucle for(i&lt;=n).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CVE real de integer overflow y resume la cadena hasta el heap overflow.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intov.c, demuestra el heap overflow con ASan y luego repáralo con builtinmuloverflow,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probando que el mismo n malicioso ya no corrompe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antes del fix ASan reporta heap-buffer-overflow; después, el programa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rechaza el tamaño y ASan no reporta nada.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se desborda en 64 bits — El overflow depende del ancho del tipo; prueba en 32 bits o tipos pequeños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Chequeo if (a+b &lt; a) optimizado — UB en signed; usa unsigned o builtinoverflow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UBSan no reporta — No compilaste con -fsanitize=undefined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Valor negativo "pasa" el límite — Comparación signed; convierte a unsigned con cuidado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memcpy tamaño enorme — Underflow en el cálculo; valida antes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integer overflow es explotable por sí solo? Normalmente no: su peligro está en alimentar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después un malloc/memcpy/índice.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¿signed overflow es UB? Sí en C: el compilador puede asumir que no ocurre, generando bugs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sutiles. Unsigned hace wrap definido.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protejo mi código? Valida tamaños con builtins de overflow, usa sizet correctamente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 UBSan en CI.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CWE-190: Integer Overflow or Wraparound — &lt;https://cwe.mitre.org/data/definitions/190.html&gt;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CWE-191: Integer Underflow — &lt;https://cwe.mitre.org/data/definitions/191.html&gt;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UndefinedBehaviorSanitizer — &lt;https://clang.llvm.org/docs/UndefinedBehaviorSanitizer.html&gt;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Shellcoder's Handbook, cap. de integer bugs. Wiley.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