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122 — Protecciones modernas: ASLR, DEP/NX, stack canaries y PIE</a:t>
            </a:r>
          </a:p>
          <a:p>
            <a:r>
              <a:rPr sz="1600">
                <a:solidFill>
                  <a:srgbClr val="2E8B57"/>
                </a:solidFill>
              </a:rPr>
              <a:t>parte 5 explotacion de sistemas y binarios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Conocer las mitigaciones que la explotación moderna debe superar: ASLR (aleatorización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direcciones), DEP/NX (memoria no ejecutable), stack canaries (detección de overflow) y PIE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(ejecutable posicionalmente independiente). Sabrás qué bloquea cada una, cómo verificarlas con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checksec y qué debilidad deja abierta cada mitigación, preparando el terreno para ret2libc (123)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y ROP (124).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el mecanismo de ASLR, NX, canary y PIE y qué ataque frena cada uno.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Verificar las protecciones de un binario con checksec.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Activar/desactivar cada mitigación al compilar con GCC.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la debilidad residual de cada protección (fuga de direcciones, ROP, etc.).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Reconocer cómo se combinan para elevar el coste del atacante (defensa en profundidad).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ASLR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DEP/NX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Stack canary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PIE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RELRO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checksec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Flags de GCC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ASLR: aleatoriza las direcciones base de librerías, stack y heap en cada ejecución. Clave: una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fuga de dirección (info leak) lo derrota al revelar una base.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DEP/NX (No-eXecute): marca páginas de datos como no ejecutables. Clave: impide shellcode en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stack/heap; se evade reutilizando código (ret2libc, ROP).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Stack canary: valor aleatorio colocado antes del retorno; se verifica en el epílogo. Clave: un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overflow lineal lo altera y aborta el programa (stack smashing detected).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PIE: compila el ejecutable como posicionable, permitiendo aleatorizar su base con ASLR. Clave: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pip install pwntools          # trae checksec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sudo apt install -y gcc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cat /proc/sys/kernel/randomizevaspace   # 2 = ASLR completo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Compila el mismo vuln.c con distintas protecciones y compáralas: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gcc vuln.c -o vfull                                   # todas las mitigaciones por defecto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gcc -fno-stack-protector vuln.c -o vnocanary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gcc -no-pie -fno-stack-protector vuln.c -o vnopie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gcc -z execstack -no-pie -fno-stack-protector vuln.c -o vopen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Audita cada uno: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for b in vfull vnocanary vnopie vopen; do echo "== $b =="; checksec --file=$b; done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Rellena una tabla mitigación → ataque que bloquea → debilidad residual.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NX no impide ret2libc.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Muestra en el desensamblado dónde se lee y compara el canary.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Diferencia Partial RELRO de Full RELRO y su impacto en ataques a la GOT.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 ASLR activo, ejecuta 3 veces y registra la base de libc para ver la aleatorización.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¿Por qué PIE eleva el coste incluso con una fuga de libc?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 cuatro binarios del mismo fuente con combinaciones distintas de protecciones y entrega 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salida de checksec de cada uno, clasificando cuál es más difícil de explotar y por qué.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identificas correctamente qué binario tiene NX+Canary+PIE+Full RELRO 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justificas el orden de dificultad con base en las debilidades residuales.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stack smashing detected — El canary detectó tu overflow; necesitas filtrarlo primero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Direcciones cambian cada corrida — ASLR/PIE activos; hace falta un info leak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Shellcode en stack no ejecuta — NX activo; usa ret2libc o ROP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checksec dice "No canary" pero crashea igual — Otra mitigación (NX/PIE) está frenando el exploit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Olvidas revertir ASLR a 2 — Deja la VM menos segura; restaura tras el laboratorio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¿Con todas activas es imposible explotar? No, pero sube mucho el coste: normalmente hace falta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fuga de información y cadenas ROP.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¿El canary protege variables locales? Protege la dirección de retorno; una escritura dirigida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que salte el canary aún puede corromper otras cosas.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¿PIE y ASLR son lo mismo? No: ASLR aleatoriza librerías/stack/heap; PIE permite aleatorizar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además el propio ejecutable.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Andriesse, D. Practical Binary Analysis. No Starch Press.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checksec.sh — &lt;https://github.com/slimm609/checksec.sh&gt;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Linux ASLR (randomizevaspace) — &lt;https://www.kernel.org/doc/Documentation/sysctl/kernel.txt&gt;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GCC stack protector — &lt;https://gcc.gnu.org/onlinedocs/gcc/Instrumentation-Options.html&gt;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