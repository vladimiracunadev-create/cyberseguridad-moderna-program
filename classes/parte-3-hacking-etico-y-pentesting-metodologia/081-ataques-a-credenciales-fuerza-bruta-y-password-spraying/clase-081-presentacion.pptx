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081 — Ataques a credenciales: fuerza bruta y password spraying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Atacar la autenticación en línea de servicios reales (SSH, RDP, SMB, web, correo) diferenciando fuerza bruta, credential stuffing y password spraying, y entendiendo cómo evitar bloqueos de cuenta. El foco es la eficacia con sigilo: probar pocas contraseñas muy probables contra muchos usuarios.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fuerza bruta, stuffing y spraying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ataques con Hydra, Medusa y CrackMapExec contra servicios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password spraying que evite bloqueos por política de lockout.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listas de usuarios y contraseñas contextuales.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 defensivos (MFA, lockout, detección).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Fuerza bruta vs. spraying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Credential stuffing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Políticas de lockout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Hydra / Medusa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Spraying en 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Contraseñas contextuales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MFA y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bruta: muchas contraseñas contra un usuario. Característica clave: dispara bloqueos de cuenta rápidamente.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spraying: una o pocas contraseñas contra muchos usuarios. Característica clave: evita el lockout al no acumular fallos por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stuffing: reutilizar pares usuario:contraseña filtrados. Característica clave: explota la reutilización de contraseñas entre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Lockout policy: umbral de fallos que bloquea una cuenta. Característica clave: define cuántos intentos y en qué ventana son seguros.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contextual: basada en la organización/temporada (Verano2024). Característica clave: alta tasa de acierto en spraying.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segundo factor de autenticación. Característica clave: neutraliza la mayoría de estos ataques aunque la contraseña sea correcta.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hydra medusa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listas: usuarios enumerados (clases 068/070) y contraseñas contextuales (nombre de empresa + año + símbolo). Objetivo: servicios de laboratorio propios (un SSH, un SMB, una web de prueba).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controlada de SSH (un usuario, lista corta):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-l admin -P passwords.txt ssh://192.168.56.101 -t 4 -f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en SMB con CrackMapExec (una contraseña, muchos usuarios):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smb 192.168.56.20 -u usuarios.txt -p 'Empresa2024!' --continue-on-success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a formulario web con Hydra (http-post-form de laboratorio):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-L usuarios.txt -p 'Primavera2024!' 192.168.56.30 http-post-form "/login:user=^USER^&amp;pass=^PASS^:Invalid"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Respeta el lockout: calcula intentos seguros (p. ej. 1 intento cada 30 min si el umbral es 5/30min).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spraying evita bloqueos que la fuerza bruta provoca.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lista de 10 contraseñas contextuales para una empresa ficticia.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una cadencia de spraying segura dada una política de 5 fallos por 15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stuffing con un par filtrado (de laboratorio) y explica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Hydra y CrackMapExec para spraying en 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controles que hacen inviable el spraying.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password spraying controlado en tu laboratorio que comprometa al menos una cuenta sin bloquear ninguna.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documentas la lista de usuarios, la(s) contraseña(s) probada(s), la cadencia respetando el lockout, al menos una credencial válida encontrada y verificada, y cero cuentas bloqueadas. Cierras con recomendaciones defensivas. Todo en entorno propio.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bloqueadas masivamente — Ataste demasiados intentos; usa spraying con cadencia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"child died" — Demasiados hilos (-t) para el servicio; reduce a 1-4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http-post-form nunca acierta — Cadena de fallo (Invalid) mal elegida; inspecciona la respuesta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sin éxitos — Contraseña no contextual; ajusta a patrones de la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por MFA — La contraseña es correcta pero hay 2FA; documenta como control efectivo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spraying es tan efectivo?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en cualquier organización grande, con una sola contraseña muy común (Empresa2024!) es probable que al menos un usuario la use. Al probar una contraseña contra todos, evitas bloqueos y consigues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cuántos intentos son seguros?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Necesitas conocer (o estimar) la política de lockout: umbral de fallos y ventana de observación. Mantente por debajo del umbral por cuenta y espaciando en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¿MFA detiene estos ataques?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gran medida sí: aunque adivines la contraseña, el segundo factor bloquea el acceso. Por eso MFA es la recomendación número uno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¿Credential stuffing es legal en un pentest?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T1110 Brute Force — &lt;https://attack.mitre.org/techniques/T1110/&gt;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— &lt;https://github.com/vanhauser-thc/thc-hydra&gt;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Credential Stuffing Prevention — &lt;https://cheatsheetseries.owasp.org/&gt;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