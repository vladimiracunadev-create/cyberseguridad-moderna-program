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068 — Reconocimiento pasivo e inteligencia de fuentes abiertas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sobre un objetivo sin tocarlo directamente, usando fuentes públicas (OSINT): dominios, subdominios, empleados, tecnologías, filtraciones y metadatos. El reconocimiento pasivo construye el mapa antes de que el escáner activo levante alarmas.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dominios, subdominios y correos con herramientas pasivas.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registros WHOIS, DNS y certificados (crt.sh) para ampliar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 y activos expuestos con Shodan y buscadores.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credenciales filtradas en brechas públicas para el modelado de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los hallazgos OSINT de forma estructurada y trazable.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Diferencia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WHOIS y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Certificate transparency (crt.sh)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Shodan y Censys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OSINT de personas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Metadatos de documentos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Brechas y credenciales filtradas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OSINT: inteligencia obtenida de fuentes abiertas y legales. Característica clave: no requiere interactuar con la infraestructura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Transparency: registros públicos de certificados TLS emitidos. Característica clave: exponen subdominios que el objetivo no publicita.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Shodan: buscador de dispositivos conectados a Internet. Característica clave: indexa banners de servicios, versiones y puertos ya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dorking: uso de operadores avanzados de búsqueda (site:, filetype:, intitle:). Característica clave: encuentra documentos y paneles expuestos por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información incrustada en documentos (autor, software, rutas). Característica clave: revelan nombres de usuario y estructura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pasivo: fase que no genera tráfico dirigido al objetivo. Característica clave: minimiza la probabilidad de detección temprana.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Kali Linux: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update &amp;&amp; sudo apt install -y theharvester whois dnsutils amass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shodan &amp;&amp; shodan init &lt;APIKEY&gt;   # cuenta gratuita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para correos, subdominios y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whois, dig, host para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amass enum -passive para enumeración pasiva de subdominios.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(web) para certificados; Shodan/Censys para servicios expuestos.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dominio propio o uno autorizado (por ejemplo, example.com para practicar comandos sin impacto).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del dominio para ver registrador y fechas: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example.com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DNS básicos: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example.com ANY +noall +answer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MX example.com +short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pasivos con crt.sh (vía web o API):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tres subdominios de un dominio propio usando solo crt.sh.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tres Google dorks para localizar documentos PDF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registros MX y explica qué proveedor de correo usan.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resultado de amass -passive con theHarvester: ¿qué aporta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metadatos podrías extraer de un PDF público (autor, software).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correo filtrado en una brecha se convierte en vector de acceso.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de reconocimiento pasivo de un dominio propio con: registros WHOIS/DNS, al menos cinco subdominios con su fuente, servicios expuestos y una lista de correos/usuarios candidatos.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lista ≥5 subdominios con la fuente de cada uno, incluye al menos un servicio expuesto identificado por Shodan/Censys y no contiene ninguna acción que haya generado tráfico dirigido al objetivo.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no devuelve nada — Fuente saturada o sin API key; cambia -b a otra 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sin resultados — Comodín mal escrito; usa %25.dominio.com (URL-encoded)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que no resuelven — Registros históricos; valida con dig antes de darlos por vivos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sin datos — IP tras NAT/CDN; consulta el rango real o el CNAME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Perfilar personas de más — Fuera de alcance; limita OSINT a lo autorizado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reconocimiento pasivo es 100% indetectable?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Casi. No genera tráfico contra el objetivo, pero consultas a terceros (Shodan, brechas) pueden dejar rastro en esos servicios, no en el objetivo. Aun así es mucho más sigiloso que el escaneo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bases de datos de contraseñas filtradas?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si un correo aparece en una brecha (p. ej. Have I Been Pwned) es legal e informativo. Usar esas contraseñas para acceder a cuentas reales fuera de tu laboratorio no lo 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amass pasivo y activo?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-passive solo consulta fuentes de terceros; el modo activo resuelve y puede hacer brute force de DNS, generando tráfico. Para esta clase, quédate en pasivo.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importan los metadatos de documentos?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3, sección de recon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— &lt;https://crt.sh&gt;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— &lt;https://www.shodan.io&gt;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— &lt;https://github.com/laramies/theHarvester&gt;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Information Gathering — &lt;https://owasp.org/www-project-web-security-testing-guide/&gt;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