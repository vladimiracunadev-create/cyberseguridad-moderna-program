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066 — Metodología de pentesting: PTES y OSSTMM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por qué un pentest necesita una metodología formal y dominar las dos referencias más usadas de la industria: el PTES (siete fases de ejecución) y el OSSTMM (medición de la superficie de ataque y controles). Al final, el alumno sabrá encuadrar cualquier trabajo ofensivo dentro de un proceso auditable, repetible y comparable entre engagements.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siete fases del PTES y describir el propósito de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el enfoque de proceso del PTES del enfoque de medición del OSSTMM.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la metodología adecuada según el objetivo del cliente (cumplimiento, red team, madurez).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un trabajo real a una metodología, produciendo un plan de fases con entregables.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ante un cliente por qué la metodología reduce riesgo y mejora la calidad del informe.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una metodología y por qué no basta con "hackear"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Las 7 fases del PTES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OSSTMM y el concepto de superficie de ataque medible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NIST SP 800-115 y OWASP WSTG como complementos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Tipos de test: black/gray/white box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Red team vs. pentest vs. análisis de vulnerabilidades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Entregables por fase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(Penetration Testing Execution Standard): marco de proceso en siete fases (pre-engagement, intelligence gathering, threat modeling, vulnerability analysis, exploitation, post-exploitation, reporting). Característica clave: describe qué hacer en cada fase, no cómo con herramientas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OSSTMM (Open Source Security Testing Methodology Manual): metodología de ISECOM centrada en medir operacionalmente la seguridad. Característica clave: define el RAV (Risk Assessment Value), una métrica cuantitativa de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ataque: conjunto de puntos donde un atacante puede interactuar con el sistema. Característica clave: se reduce controlando visibilidad, acceso y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 (alcance): frontera explícita de lo autorizado (IPs, dominios, horarios, técnicas permitidas). Característica clave: todo lo no incluido está prohibido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Black/Gray/White box: niveles de conocimiento previo entregado al equipo. Característica clave: a menos información, más se parece a un atacante externo real, pero menos cobertura por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RAV: puntuación OSSTMM que combina porosidad, controles y limitaciones. Característica clave: permite comparar el estado antes/después de remediar.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modeling (modelado de amenazas): fase del PTES donde se identifican los activos críticos y los actores que podrían atacarlos. Característica clave: prioriza el esfuerzo de explotación hacia lo que más le importa al negocio, no hacia lo primero que se encuentra.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metodológica, no ofensiva: no se ataca ningún sistema.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documentos de referencia: PTES (pentest-standard.org), OSSTMM 3 (PDF de ISECOM), NIST SP 800-115 y OWASP WSTG.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plan de engagement (hoja de cálculo o documento) con columnas: fase, actividades, herramientas previstas, entregable, duración.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gestor de notas para pentest (CherryTree, Obsidian o un repositorio Markdown) que usarás durante toda la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"playbook interno" propio: una carpeta versionada donde acumules plantillas de RoE, checklists de fases y modelos de informe, para no reinventar el proceso en cada clase.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esta clase es conceptual, el laboratorio es un ejercicio de planificación.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caso ficticio: "Pyme de e-commerce, 2 servidores web públicos, 1 rango interno /24, quieren saber si un atacante externo llega a la base de datos de clientes".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tabla con las siete fases del PTES y rellena, para cada una, dos actividades concretas que harías en este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tipo de test (black/gray/white box) y justifica tu elección en 3 líneas.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 el alcance: qué IPs/dominios entran, qué queda excluido, ventana horaria y técnicas prohibidas (por ejemplo, denegación de servicio).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mismo caso, describe una métrica OSSTMM que reportarías (por ejemplo, número de servicios expuestos vs. controlados).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entregable final esperado por el cliente en una frase.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con tus palabras la diferencia entre PTES y OSSTMM en menos de 80 palabras.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estas tareas por fase PTES: "buscar correos en LinkedIn", "lanzar un exploit SMB", "escribir el resumen ejecutivo".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plan de fases para un test white box de una API interna.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recomendarías un red team en lugar de un pentest tradicional.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comparativa de PTES, OSSTMM, NIST 800-115 y OWASP WSTG con al menos tres criterios.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argumento de una diapositiva que convenza a un cliente escéptico de pagar por metodología.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el CMM (Capability Maturity Model) aplicado a seguridad y relaciona un nivel de madurez con el tipo de test recomendado.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documento de plan de engagement de una página para un caso a tu elección que incluya: las 7 fases PTES con actividades, el tipo de test, el alcance con exclusiones, una métrica OSSTMM y el entregable.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documento contiene las siete fases nombradas correctamente, un alcance con al menos una exclusión explícita y una métrica cuantitativa; otra persona podría leerlo y saber qué se hará y qué 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"Empecé a escanear sin plan y me perdí" — Falta de fase de threat modeling; define objetivos antes de tocar teclas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 enfadado por un servicio caído — No se documentaron técnicas prohibidas; añade DoS a exclusiones del RoE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sin priorización — Se saltó la fase de análisis; correlaciona hallazgos con impacto de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test no es comparable con el del año pasado" — No se usó una métrica; adopta el RAV de OSSTMM para tener línea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pentest con escaneo de vulnerabilidades — No hubo explotación ni prueba de impacto; aclara el tipo de servicio en el contrato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copiado de otro cliente sin adaptar — Se saltó el modelado de amenazas específico; identifica activos y actores propios de cada organización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defensivo se entera del test por el informe final — No hubo coordinación purple team; define de antemano si el SOC será informado en tiempo real o a ciegas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¿PTES y OSSTMM son excluyentes?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PTES te da el proceso y OSSTMM te da las métricas. Muchos equipos usan PTES como columna vertebral y toman de OSSTMM la forma de cuantificar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seguir una metodología si es solo un lab personal?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por hábito. Practicar el proceso en el laboratorio hace que en un engagement real no improvises. Además te obliga a documentar, que es donde muchos principiantes fallan.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metodología pide un cliente que busca cumplimiento PCI-DSS?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 bastar con alinear el trabajo a NIST SP 800-115 y documentar cobertura; PTES organiza la ejecución. Confirma siempre el marco exigido antes de empezar.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black box es "más realista" y por tanto mejor?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&lt;http://www.pentest-standard.org/index.php/MainPage&gt;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OSSTMM 3 (ISECOM) — &lt;https://www.isecom.org/OSSTMM.3.pdf&gt;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 — &lt;https://csrc.nist.gov/publications/detail/sp/800-115/final&gt;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Web Security Testing Guide —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Penetration Testing, cap. 1 (No Starch Press, 2014).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ISECOM — Institute for Security and Open Methodologies — &lt;https://www.isecom.org&gt;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matriz de tácticas y técnicas para alinear el modelado de amenazas — &lt;https://attack.mitre.org&gt;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