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079 — Pivoting y reenvío de puertos</a:t>
            </a:r>
          </a:p>
          <a:p>
            <a:r>
              <a:rPr sz="1600">
                <a:solidFill>
                  <a:srgbClr val="2E8B57"/>
                </a:solidFill>
              </a:rPr>
              <a:t>parte 3 hacking etico y pentesting metodologia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alumno aprenderá a usar un host comprometido como punto de apoyo (pivote) para alcanzar redes internas segmentadas que no son accesibles directamente desde la máquina atacante, dominando túneles SSH, proxychains, el pivoting integrado de Metasploit y herramientas modernas como chisel y ligolo-ng, en un laboratorio propio con topología multi-red.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Configurar túneles SSH de reenvío local, remoto y dinámico según el escenario de red.</a:t>
            </a:r>
          </a:p>
          <a:p>
            <a:pPr>
              <a:spcAft>
                <a:spcPts val="600"/>
              </a:spcAft>
            </a:pPr>
            <a:r>
              <a:rPr sz="1500">
                <a:solidFill>
                  <a:srgbClr val="22282E"/>
                </a:solidFill>
              </a:rPr>
              <a:t>•  Encaminar herramientas de escaneo y explotación a través de un proxy SOCKS con proxychains.</a:t>
            </a:r>
          </a:p>
          <a:p>
            <a:pPr>
              <a:spcAft>
                <a:spcPts val="600"/>
              </a:spcAft>
            </a:pPr>
            <a:r>
              <a:rPr sz="1500">
                <a:solidFill>
                  <a:srgbClr val="22282E"/>
                </a:solidFill>
              </a:rPr>
              <a:t>•  Configurar autoroute y un proxy SOCKS dentro de Metasploit para pivotar sobre una sesión Meterpreter.</a:t>
            </a:r>
          </a:p>
          <a:p>
            <a:pPr>
              <a:spcAft>
                <a:spcPts val="600"/>
              </a:spcAft>
            </a:pPr>
            <a:r>
              <a:rPr sz="1500">
                <a:solidFill>
                  <a:srgbClr val="22282E"/>
                </a:solidFill>
              </a:rPr>
              <a:t>•  Desplegar un túnel con chisel o ligolo-ng cuando SSH no está disponible en el pivote.</a:t>
            </a:r>
          </a:p>
          <a:p>
            <a:pPr>
              <a:spcAft>
                <a:spcPts val="600"/>
              </a:spcAft>
            </a:pPr>
            <a:r>
              <a:rPr sz="1500">
                <a:solidFill>
                  <a:srgbClr val="22282E"/>
                </a:solidFill>
              </a:rPr>
              <a:t>•  Diagramar la topología completa de un escenario de doble pivote para un informe de pentest.</a:t>
            </a:r>
          </a:p>
          <a:p>
            <a:pPr>
              <a:spcAft>
                <a:spcPts val="600"/>
              </a:spcAft>
            </a:pPr>
            <a:r>
              <a:rPr sz="1500">
                <a:solidFill>
                  <a:srgbClr val="22282E"/>
                </a:solidFill>
              </a:rPr>
              <a:t>•  Explicar por qué la segmentación de red es la contramedida principal frente al pivoting.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Local port forwarding (ssh -L)</a:t>
            </a:r>
          </a:p>
          <a:p>
            <a:pPr>
              <a:spcAft>
                <a:spcPts val="600"/>
              </a:spcAft>
            </a:pPr>
            <a:r>
              <a:rPr sz="1500">
                <a:solidFill>
                  <a:srgbClr val="22282E"/>
                </a:solidFill>
              </a:rPr>
              <a:t>•  2 — Remote port forwarding (ssh -R)</a:t>
            </a:r>
          </a:p>
          <a:p>
            <a:pPr>
              <a:spcAft>
                <a:spcPts val="600"/>
              </a:spcAft>
            </a:pPr>
            <a:r>
              <a:rPr sz="1500">
                <a:solidFill>
                  <a:srgbClr val="22282E"/>
                </a:solidFill>
              </a:rPr>
              <a:t>•  3 — Dynamic forwarding / proxy SOCKS (ssh -D)</a:t>
            </a:r>
          </a:p>
          <a:p>
            <a:pPr>
              <a:spcAft>
                <a:spcPts val="600"/>
              </a:spcAft>
            </a:pPr>
            <a:r>
              <a:rPr sz="1500">
                <a:solidFill>
                  <a:srgbClr val="22282E"/>
                </a:solidFill>
              </a:rPr>
              <a:t>•  4 — proxychains</a:t>
            </a:r>
          </a:p>
          <a:p>
            <a:pPr>
              <a:spcAft>
                <a:spcPts val="600"/>
              </a:spcAft>
            </a:pPr>
            <a:r>
              <a:rPr sz="1500">
                <a:solidFill>
                  <a:srgbClr val="22282E"/>
                </a:solidFill>
              </a:rPr>
              <a:t>•  5 — Metasploit autoroute + socksproxy</a:t>
            </a:r>
          </a:p>
          <a:p>
            <a:pPr>
              <a:spcAft>
                <a:spcPts val="600"/>
              </a:spcAft>
            </a:pPr>
            <a:r>
              <a:rPr sz="1500">
                <a:solidFill>
                  <a:srgbClr val="22282E"/>
                </a:solidFill>
              </a:rPr>
              <a:t>•  6 — chisel / ligolo-ng</a:t>
            </a:r>
          </a:p>
          <a:p>
            <a:pPr>
              <a:spcAft>
                <a:spcPts val="600"/>
              </a:spcAft>
            </a:pPr>
            <a:r>
              <a:rPr sz="1500">
                <a:solidFill>
                  <a:srgbClr val="22282E"/>
                </a:solidFill>
              </a:rPr>
              <a:t>•  7 — Doble pivote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Pivoting: técnica de usar un host comprometido como intermediario para acceder a redes que no son directamente alcanzables desde la máquina del atacante. Característica clave: el tráfico del atacante viaja encapsulado dentro de una conexión legítima ya establecida con el pivote.</a:t>
            </a:r>
          </a:p>
          <a:p>
            <a:pPr>
              <a:spcAft>
                <a:spcPts val="600"/>
              </a:spcAft>
            </a:pPr>
            <a:r>
              <a:rPr sz="1500">
                <a:solidFill>
                  <a:srgbClr val="22282E"/>
                </a:solidFill>
              </a:rPr>
              <a:t>•  Enfoque defensivo: la segmentación de red real (VLANs, firewalls internos, zero trust) es la única contramedida que limita el alcance de un pivote incluso si el primer host cae.</a:t>
            </a:r>
          </a:p>
          <a:p>
            <a:pPr>
              <a:spcAft>
                <a:spcPts val="600"/>
              </a:spcAft>
            </a:pPr>
            <a:r>
              <a:rPr sz="1500">
                <a:solidFill>
                  <a:srgbClr val="22282E"/>
                </a:solidFill>
              </a:rPr>
              <a:t>•  Local port forwarding (-L): mapea un puerto de la máquina atacante a un destino alcanzable desde el pivote. Característica clave: ssh -L 8080:172.16.0.10:80 usuario@pivote hace que localhost:8080 en el atacante equivalga al puerto 80 del host interno.</a:t>
            </a:r>
          </a:p>
          <a:p>
            <a:pPr>
              <a:spcAft>
                <a:spcPts val="600"/>
              </a:spcAft>
            </a:pPr>
            <a:r>
              <a:rPr sz="1500">
                <a:solidFill>
                  <a:srgbClr val="22282E"/>
                </a:solidFill>
              </a:rPr>
              <a:t>•  Enfoque defensivo: monitorizar sesiones SSH de larga duración con reenvío de puertos activo (visible en netstat/EDR) ayuda a detectar túneles no autorizados.</a:t>
            </a:r>
          </a:p>
          <a:p>
            <a:pPr>
              <a:spcAft>
                <a:spcPts val="600"/>
              </a:spcAft>
            </a:pPr>
            <a:r>
              <a:rPr sz="1500">
                <a:solidFill>
                  <a:srgbClr val="22282E"/>
                </a:solidFill>
              </a:rPr>
              <a:t>•  Remote port forwarding (-R): abre un puerto en el pivote que reenvía las conexiones hacia la máquina atacante. Característica clave: útil cuando el firewall del pivote bloquea conexiones salientes hacia el atacante pero sí permite conexiones entrantes locales.</a:t>
            </a:r>
          </a:p>
          <a:p>
            <a:pPr>
              <a:spcAft>
                <a:spcPts val="600"/>
              </a:spcAft>
            </a:pPr>
            <a:r>
              <a:rPr sz="1500">
                <a:solidFill>
                  <a:srgbClr val="22282E"/>
                </a:solidFill>
              </a:rPr>
              <a:t>•  Enfoque defensivo: restringir puertos abiertos localmente en servidores críticos y auditar reglas de firewall saliente reduce las opciones disponibles para este tipo de túnel.</a:t>
            </a:r>
          </a:p>
          <a:p>
            <a:pPr>
              <a:spcAft>
                <a:spcPts val="600"/>
              </a:spcAft>
            </a:pPr>
            <a:r>
              <a:rPr sz="1500">
                <a:solidFill>
                  <a:srgbClr val="22282E"/>
                </a:solidFill>
              </a:rPr>
              <a:t>•  Dynamic port forwarding / SOCKS (-D): convierte el túnel SSH en un proxy SOCKS genérico. Característica clave: un único túnel dinámico da acceso a cualquier host y puerto de la subred interna, sin necesitar un mapeo por servicio.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Entorno de laboratorio: una topología con al menos tres redes virtuales: la red del atacante (Kali), una red intermedia con el host pivote comprometido, y una red interna aislada solo alcanzable desde el pivote. Se monta con VirtualBox/VMware usando redes internas ("Internal Network") sin acceso directo desde el host atacante.</a:t>
            </a:r>
          </a:p>
          <a:p>
            <a:pPr>
              <a:spcAft>
                <a:spcPts val="600"/>
              </a:spcAft>
            </a:pPr>
            <a:r>
              <a:rPr sz="1500">
                <a:solidFill>
                  <a:srgbClr val="22282E"/>
                </a:solidFill>
              </a:rPr>
              <a:t>•  Cliente SSH: incluido en Kali por defecto; el pivote debe tener acceso SSH ya comprometido de clases previas.</a:t>
            </a:r>
          </a:p>
          <a:p>
            <a:pPr>
              <a:spcAft>
                <a:spcPts val="600"/>
              </a:spcAft>
            </a:pPr>
            <a:r>
              <a:rPr sz="1500">
                <a:solidFill>
                  <a:srgbClr val="22282E"/>
                </a:solidFill>
              </a:rPr>
              <a:t>•  proxychains4: sudo apt install proxychains4; configurar /etc/proxychains4.conf con la línea socks5 127.0.0.1 1080 (o el puerto elegido).</a:t>
            </a:r>
          </a:p>
          <a:p>
            <a:pPr>
              <a:spcAft>
                <a:spcPts val="600"/>
              </a:spcAft>
            </a:pPr>
            <a:r>
              <a:rPr sz="1500">
                <a:solidFill>
                  <a:srgbClr val="22282E"/>
                </a:solidFill>
              </a:rPr>
              <a:t>•  chisel: binario único, se descarga para Linux y Windows desde su release de GitHub; no requiere instalación, solo transferirlo al pivote.</a:t>
            </a:r>
          </a:p>
          <a:p>
            <a:pPr>
              <a:spcAft>
                <a:spcPts val="600"/>
              </a:spcAft>
            </a:pPr>
            <a:r>
              <a:rPr sz="1500">
                <a:solidFill>
                  <a:srgbClr val="22282E"/>
                </a:solidFill>
              </a:rPr>
              <a:t>•  ligolo-ng: requiere un binario "proxy" en la atacante y un binario "agent" en el pivote, además de crear una interfaz TUN con privilegios de administrador en la máquina atacante.</a:t>
            </a:r>
          </a:p>
          <a:p>
            <a:pPr>
              <a:spcAft>
                <a:spcPts val="600"/>
              </a:spcAft>
            </a:pPr>
            <a:r>
              <a:rPr sz="1500">
                <a:solidFill>
                  <a:srgbClr val="22282E"/>
                </a:solidFill>
              </a:rPr>
              <a:t>•  Metasploit Framework: para el módulo post/multi/manage/autoroute y auxiliary/server/socksproxy, sobre una sesión Meterpreter ya activa.</a:t>
            </a:r>
          </a:p>
          <a:p>
            <a:pPr>
              <a:spcAft>
                <a:spcPts val="600"/>
              </a:spcAft>
            </a:pPr>
            <a:r>
              <a:rPr sz="1500">
                <a:solidFill>
                  <a:srgbClr val="22282E"/>
                </a:solidFill>
              </a:rPr>
              <a:t>•  nmap: para validar el alcance de la red interna antes y después de establecer el pivote, comparando resultados.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 acceso SSH al pivote (10.10.10.5) y una subred interna objetivo 172.16.0.0/24, levanta un túnel dinámico: ssh -D 1080 -N usuario@10.10.10.5.</a:t>
            </a:r>
          </a:p>
          <a:p>
            <a:pPr>
              <a:spcAft>
                <a:spcPts val="600"/>
              </a:spcAft>
            </a:pPr>
            <a:r>
              <a:rPr sz="1500">
                <a:solidFill>
                  <a:srgbClr val="22282E"/>
                </a:solidFill>
              </a:rPr>
              <a:t>•  Escanea la red interna a través de proxychains: proxychains4 nmap -sT -Pn -p 22,80,445 172.16.0.10.</a:t>
            </a:r>
          </a:p>
          <a:p>
            <a:pPr>
              <a:spcAft>
                <a:spcPts val="600"/>
              </a:spcAft>
            </a:pPr>
            <a:r>
              <a:rPr sz="1500">
                <a:solidFill>
                  <a:srgbClr val="22282E"/>
                </a:solidFill>
              </a:rPr>
              <a:t>•  Expón un servicio interno específico con local forwarding: ssh -L 8080:172.16.0.10:80 -N usuario@10.10.10.5 y verifica con curl http://127.0.0.1:8080.</a:t>
            </a:r>
          </a:p>
          <a:p>
            <a:pPr>
              <a:spcAft>
                <a:spcPts val="600"/>
              </a:spcAft>
            </a:pPr>
            <a:r>
              <a:rPr sz="1500">
                <a:solidFill>
                  <a:srgbClr val="22282E"/>
                </a:solidFill>
              </a:rPr>
              <a:t>•  Sobre una sesión Meterpreter activa en el pivote, configura autoroute desde Metasploit: use post/multi/manage/autoroute, set SESSION 1, set SUBNET 172.16.0.0, run.</a:t>
            </a:r>
          </a:p>
          <a:p>
            <a:pPr>
              <a:spcAft>
                <a:spcPts val="600"/>
              </a:spcAft>
            </a:pPr>
            <a:r>
              <a:rPr sz="1500">
                <a:solidFill>
                  <a:srgbClr val="22282E"/>
                </a:solidFill>
              </a:rPr>
              <a:t>•  Levanta el proxy SOCKS integrado de Metasploit: use auxiliary/server/socksproxy, set SRVPORT 1080, set VERSION 4a, run -j.</a:t>
            </a:r>
          </a:p>
          <a:p>
            <a:pPr>
              <a:spcAft>
                <a:spcPts val="600"/>
              </a:spcAft>
            </a:pPr>
            <a:r>
              <a:rPr sz="1500">
                <a:solidFill>
                  <a:srgbClr val="22282E"/>
                </a:solidFill>
              </a:rPr>
              <a:t>•  Si el pivote no tiene SSH disponible (por ejemplo, es Windows sin cliente SSH), levanta un túnel con chisel: en Kali, ./chisel server -p 8000 --reverse; en el pivote, .\chisel.exe client 10.10.10.5:8000 R:socks.</a:t>
            </a:r>
          </a:p>
          <a:p>
            <a:pPr>
              <a:spcAft>
                <a:spcPts val="600"/>
              </a:spcAft>
            </a:pPr>
            <a:r>
              <a:rPr sz="1500">
                <a:solidFill>
                  <a:srgbClr val="22282E"/>
                </a:solidFill>
              </a:rPr>
              <a:t>•  Configura proxychains para apuntar al puerto SOCKS de chisel o de Metasploit y repite el escaneo de la red interna.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con un ejemplo concreto la diferencia entre -L, -R y -D en un túnel SSH.</a:t>
            </a:r>
          </a:p>
          <a:p>
            <a:pPr>
              <a:spcAft>
                <a:spcPts val="600"/>
              </a:spcAft>
            </a:pPr>
            <a:r>
              <a:rPr sz="1500">
                <a:solidFill>
                  <a:srgbClr val="22282E"/>
                </a:solidFill>
              </a:rPr>
              <a:t>•  Escanea un host de la subred interna con proxychains y nmap, y justifica por qué debes usar -sT -Pn en lugar de un escaneo SYN.</a:t>
            </a:r>
          </a:p>
          <a:p>
            <a:pPr>
              <a:spcAft>
                <a:spcPts val="600"/>
              </a:spcAft>
            </a:pPr>
            <a:r>
              <a:rPr sz="1500">
                <a:solidFill>
                  <a:srgbClr val="22282E"/>
                </a:solidFill>
              </a:rPr>
              <a:t>•  Configura autoroute en Metasploit y verifica la ruta activa con el comando route print dentro de msfconsole.</a:t>
            </a:r>
          </a:p>
          <a:p>
            <a:pPr>
              <a:spcAft>
                <a:spcPts val="600"/>
              </a:spcAft>
            </a:pPr>
            <a:r>
              <a:rPr sz="1500">
                <a:solidFill>
                  <a:srgbClr val="22282E"/>
                </a:solidFill>
              </a:rPr>
              <a:t>•  Levanta un proxy SOCKS con chisel en modo --reverse y encamina una petición curl a través de él usando proxychains.</a:t>
            </a:r>
          </a:p>
          <a:p>
            <a:pPr>
              <a:spcAft>
                <a:spcPts val="600"/>
              </a:spcAft>
            </a:pPr>
            <a:r>
              <a:rPr sz="1500">
                <a:solidFill>
                  <a:srgbClr val="22282E"/>
                </a:solidFill>
              </a:rPr>
              <a:t>•  Diseña (en diagrama) un escenario de doble pivote de dos saltos hacia un objetivo final, indicando qué herramienta usarías en cada salto y por qué.</a:t>
            </a:r>
          </a:p>
          <a:p>
            <a:pPr>
              <a:spcAft>
                <a:spcPts val="600"/>
              </a:spcAft>
            </a:pPr>
            <a:r>
              <a:rPr sz="1500">
                <a:solidFill>
                  <a:srgbClr val="22282E"/>
                </a:solidFill>
              </a:rPr>
              <a:t>•  Compara ligolo-ng frente a proxychains y explica en qué escenario elegirías cada una.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Reto: alcanza un servicio en la subred interna de tu laboratorio que no es accesible directamente desde Kali, exclusivamente a través de un pivote, usando al menos dos técnicas distintas (por ejemplo, SSH dinámico y chisel, o autoroute y ligolo-ng).</a:t>
            </a:r>
          </a:p>
          <a:p>
            <a:pPr>
              <a:spcAft>
                <a:spcPts val="600"/>
              </a:spcAft>
            </a:pPr>
            <a:r>
              <a:rPr sz="1500">
                <a:solidFill>
                  <a:srgbClr val="22282E"/>
                </a:solidFill>
              </a:rPr>
              <a:t>•  Criterio de aceptación: el alumno demuestra acceso al servicio interno (respuesta HTTP, banner de servicio o resultado de escaneo) inalcanzable sin el túnel, documenta el método exacto usado en cada caso y adjunta un diagrama de la topología atacante-pivote-objetivo.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nmap con SYN scan falla a través de proxychains — proxychains solo soporta conexiones TCP completas (connect); usar siempre -sT -Pn</a:t>
            </a:r>
          </a:p>
          <a:p>
            <a:pPr>
              <a:spcAft>
                <a:spcPts val="600"/>
              </a:spcAft>
            </a:pPr>
            <a:r>
              <a:rPr sz="1500">
                <a:solidFill>
                  <a:srgbClr val="22282E"/>
                </a:solidFill>
              </a:rPr>
              <a:t>•  El proxy SOCKS no responde — El túnel se cayó o el puerto configurado en proxychains4.conf no coincide con el del túnel activo; verificar el listener con netstat</a:t>
            </a:r>
          </a:p>
          <a:p>
            <a:pPr>
              <a:spcAft>
                <a:spcPts val="600"/>
              </a:spcAft>
            </a:pPr>
            <a:r>
              <a:rPr sz="1500">
                <a:solidFill>
                  <a:srgbClr val="22282E"/>
                </a:solidFill>
              </a:rPr>
              <a:t>•  autoroute no encamina el tráfico — La SESSION especificada es incorrecta o la subred está mal escrita; revisar con route print en msfconsole</a:t>
            </a:r>
          </a:p>
          <a:p>
            <a:pPr>
              <a:spcAft>
                <a:spcPts val="600"/>
              </a:spcAft>
            </a:pPr>
            <a:r>
              <a:rPr sz="1500">
                <a:solidFill>
                  <a:srgbClr val="22282E"/>
                </a:solidFill>
              </a:rPr>
              <a:t>•  chisel no logra conectar — Firewall saliente bloqueando el puerto; usar --reverse y un puerto comúnmente permitido como 443</a:t>
            </a:r>
          </a:p>
          <a:p>
            <a:pPr>
              <a:spcAft>
                <a:spcPts val="600"/>
              </a:spcAft>
            </a:pPr>
            <a:r>
              <a:rPr sz="1500">
                <a:solidFill>
                  <a:srgbClr val="22282E"/>
                </a:solidFill>
              </a:rPr>
              <a:t>•  ligolo-ng no crea la interfaz TUN — Falta el privilegio de administrador/root en la máquina atacante para crear la interfaz de red</a:t>
            </a:r>
          </a:p>
          <a:p>
            <a:pPr>
              <a:spcAft>
                <a:spcPts val="600"/>
              </a:spcAft>
            </a:pPr>
            <a:r>
              <a:rPr sz="1500">
                <a:solidFill>
                  <a:srgbClr val="22282E"/>
                </a:solidFill>
              </a:rPr>
              <a:t>•  Rendimiento muy bajo en doble pivote — Latencia acumulada de dos túneles anidados; reducir el número de puertos escaneados y evitar paralelismo excesivo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¿Por qué un escaneo nmap con proxychains necesita las banderas -sT y -Pn?</a:t>
            </a:r>
          </a:p>
          <a:p>
            <a:pPr>
              <a:spcAft>
                <a:spcPts val="600"/>
              </a:spcAft>
            </a:pPr>
            <a:r>
              <a:rPr sz="1500">
                <a:solidFill>
                  <a:srgbClr val="22282E"/>
                </a:solidFill>
              </a:rPr>
              <a:t>•  Porque proxychains solo puede encaminar conexiones TCP de tipo connect (establecidas a nivel de aplicación), no paquetes SYN crudos; además, el ping ICMP previo tampoco se transmite por el proxy, así que hay que omitirlo con -Pn.</a:t>
            </a:r>
          </a:p>
          <a:p>
            <a:pPr>
              <a:spcAft>
                <a:spcPts val="600"/>
              </a:spcAft>
            </a:pPr>
            <a:r>
              <a:rPr sz="1500">
                <a:solidFill>
                  <a:srgbClr val="22282E"/>
                </a:solidFill>
              </a:rPr>
              <a:t>•  ❓ ¿Cuándo conviene usar remote forwarding (-R) en lugar de local (-L)?</a:t>
            </a:r>
          </a:p>
          <a:p>
            <a:pPr>
              <a:spcAft>
                <a:spcPts val="600"/>
              </a:spcAft>
            </a:pPr>
            <a:r>
              <a:rPr sz="1500">
                <a:solidFill>
                  <a:srgbClr val="22282E"/>
                </a:solidFill>
              </a:rPr>
              <a:t>•  Cuando el pivote tiene un firewall saliente restrictivo que impide iniciar conexiones nuevas hacia el atacante, pero sí permite exponer un puerto local que reenvíe hacia una escucha que el atacante ya preparó.</a:t>
            </a:r>
          </a:p>
          <a:p>
            <a:pPr>
              <a:spcAft>
                <a:spcPts val="600"/>
              </a:spcAft>
            </a:pPr>
            <a:r>
              <a:rPr sz="1500">
                <a:solidFill>
                  <a:srgbClr val="22282E"/>
                </a:solidFill>
              </a:rPr>
              <a:t>•  ❓ ¿Chisel o un túnel SSH tradicional?</a:t>
            </a:r>
          </a:p>
          <a:p>
            <a:pPr>
              <a:spcAft>
                <a:spcPts val="600"/>
              </a:spcAft>
            </a:pPr>
            <a:r>
              <a:rPr sz="1500">
                <a:solidFill>
                  <a:srgbClr val="22282E"/>
                </a:solidFill>
              </a:rPr>
              <a:t>•  SSH es la opción natural si el pivote ya lo tiene disponible y es Linux. Chisel es preferible cuando no hay cliente SSH (por ejemplo, un pivote Windows), cuando solo se permite tráfico HTTP/HTTPS saliente, o cuando se necesita atravesar un proxy corporativo.</a:t>
            </a:r>
          </a:p>
          <a:p>
            <a:pPr>
              <a:spcAft>
                <a:spcPts val="600"/>
              </a:spcAft>
            </a:pPr>
            <a:r>
              <a:rPr sz="1500">
                <a:solidFill>
                  <a:srgbClr val="22282E"/>
                </a:solidFill>
              </a:rPr>
              <a:t>•  ❓ ¿Cómo detecta un equipo defensivo el pivoting?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Offensive Security, Metasploit Unleashed - Pivoting — &lt;https://www.offsec.com/metasploit-unleashed/pivoting/&gt;</a:t>
            </a:r>
          </a:p>
          <a:p>
            <a:pPr>
              <a:spcAft>
                <a:spcPts val="600"/>
              </a:spcAft>
            </a:pPr>
            <a:r>
              <a:rPr sz="1500">
                <a:solidFill>
                  <a:srgbClr val="22282E"/>
                </a:solidFill>
              </a:rPr>
              <a:t>•  Peter Kim, The Hacker Playbook 3, Secure Planet LLC.</a:t>
            </a:r>
          </a:p>
          <a:p>
            <a:pPr>
              <a:spcAft>
                <a:spcPts val="600"/>
              </a:spcAft>
            </a:pPr>
            <a:r>
              <a:rPr sz="1500">
                <a:solidFill>
                  <a:srgbClr val="22282E"/>
                </a:solidFill>
              </a:rPr>
              <a:t>•  chisel (jpillora) — &lt;https://github.com/jpillora/chisel&gt;</a:t>
            </a:r>
          </a:p>
          <a:p>
            <a:pPr>
              <a:spcAft>
                <a:spcPts val="600"/>
              </a:spcAft>
            </a:pPr>
            <a:r>
              <a:rPr sz="1500">
                <a:solidFill>
                  <a:srgbClr val="22282E"/>
                </a:solidFill>
              </a:rPr>
              <a:t>•  ligolo-ng (Nicolas Chatelain) — &lt;https://github.com/nicocha30/ligolo-ng&gt;</a:t>
            </a:r>
          </a:p>
          <a:p>
            <a:pPr>
              <a:spcAft>
                <a:spcPts val="600"/>
              </a:spcAft>
            </a:pPr>
            <a:r>
              <a:rPr sz="1500">
                <a:solidFill>
                  <a:srgbClr val="22282E"/>
                </a:solidFill>
              </a:rPr>
              <a:t>•  MITRE ATT&amp;CK, T1090 Proxy — &lt;https://attack.mitre.org/techniques/T1090/&gt;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