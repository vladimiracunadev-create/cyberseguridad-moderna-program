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084 — Anti-forense y borrado de huellas (concepto y límites)</a:t>
            </a:r>
          </a:p>
          <a:p>
            <a:r>
              <a:rPr sz="1600">
                <a:solidFill>
                  <a:srgbClr val="2E8B57"/>
                </a:solidFill>
              </a:rPr>
              <a:t>parte 3 hacking etico y pentesting metodologia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las técnicas anti-forense (borrado de logs, timestomping, cifrado, wiping, ocultación) desde el punto de vista del defensor: reconocer sus indicios, comprender sus límites (qué casi nunca se puede borrar del todo) y usar ese conocimiento para diseñar telemetría resistente a manipulación. El mensaje central: en un engagement legítimo, la transparencia es un requisito contractual, no una debilidad.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Enumerar las categorías de técnicas anti-forense y ubicarlas en MITRE ATT&amp;CK (Defense Evasion, Indicator Removal T1070).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Reconocer los indicios que dejan (gaps en logs, timestamps inconsistentes, entradas faltantes) durante una investigación.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por qué el borrado rara vez es completo (copias, journaling, memoria, telemetría centralizada).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controles que hacen la evidencia resistente: reenvío de logs, WORM, monitoreo de integridad.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Argumentar por qué el pentester ético documenta y preserva, en lugar de ocultar, su actividad.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Categorías anti-forense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Borrado de logs (T1070) y sus rastros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Timestomping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Por qué el borrado es incompleto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Telemetría resistente a manipulación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Ética del engagement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Anti-forense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Conjunto de técnicas orientadas a dificultar el análisis forense. Característica clave para el defensor: casi todas dejan su propio rastro (una ausencia sospechosa es, en sí, un indicador).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Indicator Removal (T1070)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Técnica ATT&amp;CK de eliminación de artefactos (logs, historiales, archivos). En Windows, borrar el Security Event Log genera el propio Event ID 1102 ("audit log cleared").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Timestomping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Modificación de las marcas de tiempo (MACE) de un archivo para despistar. Se detecta comparando los timestamps de $STANDARDINFORMATION con $FILENAME en NTFS, que suelen divergir tras la manipulación.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Log forwarding (reenvío de logs)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Enfoque de análisis, en tu laboratorio: un colector de logs (rsyslog/Wazuh/Elastic) recibiendo eventos de una VM propia, y herramientas forenses de lectura (Autopsy, análisis de $MFT, Get-WinEvent). No se practican técnicas destructivas; se observa cómo un colector central preserva la evidencia que un borrado local intentaría eliminar.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(defensivo)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Montar reenvío de logs. Configura una VM Linux propia para enviar sus logs en tiempo real a un colector central (otra VM tuya):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.  @@&lt;IPcolector&gt;:514      # TCP a tu colector de laboratorio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Generar actividad. Realiza acciones normales (login, sudo) para poblar /var/log/auth.log y confirma que llegan al colector.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Simular el borrado local. En la VM origen (tuya), trunca el log local para ver el efecto: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sudo truncate -s 0 /var/log/auth.log    # solo en tu VM de estudio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Verificar la resiliencia. Comprueba en el colector que los eventos previos siguen presentes: el borrado local no los alcanzó. Ese es el control que quieres en producción.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Detección en Windows. En una VM Windows propia, revisa cómo el propio acto de limpiar el log deja rastro: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borrar el Security log de Windows es contraproducente para un atacante sigiloso.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tres lugares donde la evidencia "borrada" suele sobrevivir (journaling, VSS, memoria, SIEM).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alerta que dispare cuando un host deja de enviar logs (silencio anómalo).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Describe cómo detectar timestomping en NTFS.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Argumenta, para un contrato de pentest, por qué el consultor no debe borrar sus huellas y qué cláusula lo regula.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Demuestra que tu arquitectura de logging preserva evidencia pese a un borrado local.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entregas (a) la config de reenvío, (b) evidencia en el colector de eventos anteriores al truncado local, y (c) una regla/alerta que detecta el Event ID 1102 o el silencio de un host. Sin ejecutar técnicas destructivas fuera de tu VM.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Creer que truncate/wevtutil cl elimina toda la evidencia — Falso: el reenvío central y el journaling conservan copias. Diseña logging centralizado.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alertar sobre el Event ID 1102 — Es una señal de oro. Añádelo a tu SIEM como detección de alta prioridad.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Pentester que "limpia" logs en un engagement — Viola el contrato y la ley. El consultor documenta y preserva; coordina cualquier limpieza con el cliente.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Confiar solo en logs locales — Manipulables. Reenvía a almacenamiento inmutable (WORM).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Ignorar los gaps de logging — Una ausencia inexplicable de eventos es, en sí, un indicador de compromiso.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anti-forense hace la evidencia irrecuperable?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Casi nunca por completo. Journaling del sistema de archivos, Volume Shadow Copies, memoria RAM y, sobre todo, la telemetría ya enviada al SIEM suelen conservar rastros.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¿Un pentester ético borra sus huellas?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El engagement exige transparencia y trazabilidad; borrar registros obstruiría la capacidad del cliente de auditar y aprendería nada. Toda acción se registra en el informe.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¿Cuál es la mejor defensa contra la manipulación de logs?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Reenvío inmediato a un colector central con almacenamiento inmutable y alertas sobre eventos de limpieza y sobre silencios anómalos.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Indicator Removal (T1070) · Defense Evasion (TA0005)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Ligh, Case, Levy, Walters — The Art of Memory Forensics.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Carrier, B. — File System Forensic Analysis (journaling y $MFT).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Microsoft — documentación del Event ID 1102 (audit log cleared).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