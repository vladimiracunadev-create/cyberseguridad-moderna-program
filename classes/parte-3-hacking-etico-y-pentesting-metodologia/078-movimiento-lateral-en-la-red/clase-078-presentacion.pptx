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078 — Movimiento lateral en la red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extender el acceso desde un primer host comprometido hacia otros sistemas de una red interna o de un dominio Active Directory, reutilizando credenciales y hashes obtenidos de forma responsable, usando PsExec, WMI/WinRM y técnicas de Pass-the-Hash, y a mapear conceptualmente esas rutas con BloodHound, entendiendo el valor defensivo de detectar estos movimientos.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Pass-the-Hash funciona sobre el protocolo de autenticación NTLM.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comandos remotos en hosts Windows usando PsExec, wmiexec y evil-winrm.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credenciales contra un rango de hosts con CrackMapExec.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conceptualmente cómo BloodHound mapea rutas de ataque en Active Directory.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cada técnica con las tácticas y técnicas correspondientes de MITRE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una cadena de movimiento lateral con la evidencia necesaria para un informe de pentest.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NTLM y Pass-the-Hash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PsExec (Sysinternals / impacket)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WMI y WinRM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CrackMapExec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BloodHound (concepto)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Pass-the-Ticket (Kerberos)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MITRE ATT&amp;CK - Lateral Movement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(PtH): técnica de autenticación que usa el hash NTLM de una contraseña en lugar de la contraseña en texto claro. Característica clave: NTLM valida el hash, no exige el secreto original, por lo que robar el hash basta para autenticarse.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deshabilitar NTLM donde sea posible en favor de Kerberos, y aplicar LAPS para rotar contraseñas locales, limita drásticamente el impacto de un hash robado.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PsExec: utilidad (originalmente de Sysinternals, reimplementada en impacket como psexec.py) que ejecuta comandos remotos vía SMB creando un servicio temporal en el host destino. Característica clave: es efectiva pero ruidosa, ya que deja artefactos de creación de servicio en el Event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alertar sobre el Event ID 7045 (instalación de nuevo servicio) en hosts que no son servidores de administración es una detección de alto valor y bajo costo.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WMI (Windows Management Instrumentation): infraestructura de administración remota de Windows; wmiexec.py de impacket la usa para ejecución de comandos sin crear un servicio persistente. Característica clave: más sigilosa que PsExec porque no deja un binario ni un servicio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registrar y auditar el tráfico WMI (puerto 135 + RPC dinámico) entre estaciones de trabajo, algo poco común en tráfico legítimo día a día, ayuda a detectar este vector.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WinRM (Windows Remote Management): protocolo de gestión remota sobre HTTP(S) (puertos 5985/5986); evil-winrm ofrece una shell interactiva cómoda. Característica clave: requiere que el servicio WinRM esté habilitado y accesible en el destino.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laboratorio: un mini-dominio Active Directory propio (un controlador de dominio y al menos dos estaciones de trabajo), montado en VMs propias o en un rango de laboratorio como los de HackTheBox Pro Labs o TryHackMe.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Impacket: pip install impacket o pipx install impacket; incluye psexec.py, wmiexec.py, smbexec.py y secretsdump.py.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(o su fork mantenido, NetExec): pip install crackmapexec o pip install netexec.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evil-winrm: gem install evil-winrm, requiere Ruby instalado.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 o hashes obtenidos de forma legítima en clases previas (por ejemplo, mediante secretsdump.py tras una escalada de privilegios autorizada).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+ SharpHound/bloodhound-python: recolector de datos de AD (bloodhound-python -u user -p pass -d dominio.local -ns 10.10.10.5 -c all) y su interfaz de análisis en Neo4j.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o tcpdump (opcional): útil para observar en el laboratorio el tráfico SMB/WMI/WinRM generado por cada técnica y entender su huella en la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 hash NTLM obtenido (formato LM:NT), valida en qué hosts de la subred la credencial es admin local: crackmapexec smb 192.168.56.0/24 -u administrador -H &lt;hashNT&gt;.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hosts marcados con Pwn3d! confirman privilegios administrativos; anótalos como objetivos de movimiento lateral.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comando remoto de forma sigilosa con wmiexec: wmiexec.py -hashes :&lt;hashNT&gt; dominio/administrador@192.168.56.20.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Alternativamente, usa PsExec (más ruidoso, deja un servicio): psexec.py dominio/administrador@192.168.56.20 -hashes :&lt;hashNT&gt;.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puerto 5985 está abierto, obtén una shell interactiva con evil-winrm: evil-winrm -i 192.168.56.20 -u administrador -H &lt;hashNT&gt;.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credenciales adicionales del nuevo host: secretsdump.py dominio/administrador@192.168.56.20 -hashes :&lt;hashNT&gt;.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las credenciales recién obtenidas, repite el proceso hacia un tercer host para construir una cadena de al menos dos saltos.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propias palabras por qué NTLM permite Pass-the-Hash y qué diferencia tiene frente a Kerberos en este aspecto.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PsExec y wmiexec en cuanto a artefactos forenses que dejan en el host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CrackMapExec para determinar en qué hosts de tu laboratorio una cuenta específica es administrador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una shell con evil-winrm y ejecuta whoami /priv para verificar los privilegios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secretsdump.py contra un host de laboratorio y explica qué contenidos obtienes (SAM, LSA secrets, cached domain credentials).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(a mano o con una herramienta de diagramas) una cadena de movimiento lateral de tres saltos y señala en qué punto un blue team podría detectarla.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 tu laboratorio de Active Directory propio, demuestra una cadena de movimiento lateral de al menos dos saltos partiendo de un host inicial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alumno documenta los dos (o más) hosts alcanzados, la técnica exacta usada en cada salto (Pass-the-Hash con PsExec/WMI/WinRM), la credencial que permitió el salto, y una salida de verificación (whoami/hostname) capturada en cada host de la cadena.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no muestra Pwn3d! en ningún host — La cuenta no tiene privilegios administrativos ahí; prueba con otra credencial u otro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STATUSLOGONFAILURE al usar el hash — Formato de hash o dominio incorrecto; verifica el formato :hashNT y el nombre exacto del dominio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PsExec es bloqueado por el antivirus/EDR — Comportamiento esperado; usa wmiexec, que es más sigiloso al no crear un servicio persistente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evil-winrm no conecta — El puerto 5985 está cerrado o WinRM no está habilitado; confírmalo con un escaneo de puertos antes de intentar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secretsdump.py devuelve una salida vacía — La cuenta no tiene privilegios administrativos suficientes en el host remoto; escala privilegios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no muestra ninguna ruta hacia Domain Admin — Los datos de recolección (SharpHound) están incompletos; vuelve a ejecutar la recolección con todos los métodos habilitados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NTLM permite Pass-the-Hash y Kerberos no de la misma forma?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NTLM valida directamente el hash en un intercambio reto-respuesta, mientras que Kerberos usa tickets con tiempos de expiración y cifrado distinto; aun así, Kerberos tiene su propio equivalente llamado Pass-the-Ticket u Overpass-the-Hash.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debo preferir wmiexec sobre PsExec?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el sigilo importa: wmiexec no crea un servicio ni deja un binario en disco, mientras que PsExec sí, lo que lo hace mucho más visible para un EDR o para un analista revisando el Event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aporta BloodHound que CrackMapExec no 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valida credenciales host por host; BloodHound construye el grafo completo de relaciones (sesiones, membresías de grupo, ACLs) para mostrar la ruta óptima de escalada dentro de todo el dominio, no solo host a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detecta un equipo defensivo el movimiento lateral?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TA0008 Lateral Movement — &lt;https://attack.mitre.org/tactics/TA0008/&gt;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Peter Kim, The Hacker Playbook 3, Secure Planet LLC.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 (Fortra) — &lt;https://github.com/fortra/impacket&gt;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(SpecterOps) — &lt;https://bloodhound.specterops.io/&gt;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/ NetExec — &lt;https://www.netexec.wiki/&gt;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