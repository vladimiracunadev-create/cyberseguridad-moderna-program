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069 — Reconocimiento activo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hosts vivos, puertos abiertos, servicios y versiones interactuando directamente con el objetivo mediante escaneo. El reconocimiento activo, sobre todo con nmap, convierte el mapa OSINT en una lista precisa de superficies atacables.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hosts vivos con barridos ICMP/ARP y nmap -sn.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puertos TCP/UDP con distintas técnicas (SYN, connect, UDP).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servicios y versiones con -sV y sistema operativo con -O.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scripts NSE para enumeración específica.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Ajustar el timing y la evasión para equilibrar sigilo y velocidad.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Descubrimiento de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SYN scan vs. connect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Escaneo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de versión -sV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Nmap Scripting Engine (NSE)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Timing y evasión (-T, --scan-delay)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Guardado de resultados (-oA)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(-sS): envía SYN y no completa el handshake. Característica clave: rápido y relativamente sigiloso; requiere privilegios de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(-sT): completa el three-way handshake vía la pila del SO. Característica clave: no necesita root pero es más ruidoso y lento.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(-sV): interroga banners para identificar producto y versión. Característica clave: base para mapear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NSE: motor de scripts Lua de nmap. Característica clave: categorías como default, safe, vuln, auth para tareas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(-sU): sondea puertos UDP. Característica clave: lento por la ausencia de respuestas; imprescindible para SNMP/DNS.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 templates (-T0–-T5): presets de velocidad. Característica clave: -T4 es un buen equilibrio; -T0/-T1 para evasión.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nmap masscan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laboratorio aislado: Kali como atacante y Metasploitable 2/3 o una VM propia como objetivo, en una red host-only sin salida a Internet.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TARGET por la IP de tu VM vulnerable (por ejemplo 192.168.56.101).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hosts vivos en el segmento: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nmap -sn 192.168.56.0/24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SYN rápido de los 1000 puertos comunes: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nmap -sS -T4 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completo de todos los puertos TCP: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nmap -sS -p- -T4 TARGET -oA fulltcp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-sS requiere root y -sT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un escaneo -T2 frente a -T4 sobre el mismo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NSE para obtener el título HTTP de un servidor web (--script http-title).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solo los puertos UDP 53 y 161 e interpreta los estados open|filtered.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salida -oA y localiza el archivo .gnmap: ¿para qué sirve?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comando de escaneo sigiloso con --scan-delay y -T1.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inventario de servicios de tu VM objetivo: lista de puertos abiertos TCP y UDP, servicio, versión y sistema operativo estimado, guardado con -oA.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inventario incluye al menos cinco puertos abiertos con su versión (-sV), un intento de detección de SO y los ficheros de salida .nmap, .gnmap y .xml presentes en disco.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"You requested a scan type which requires root" — Usa sudo o cambia a -sT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aparecen filtered — Firewall o host equivocado; verifica ruta y estado del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eterno — Es normal; limita puertos con -p y usa --host-timeout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-O no acierta el SO — Pocos puertos abiertos; añade -sV y --osscan-guess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Detectan el escaneo al instante — -T5 es muy ruidoso; baja a -T2 y usa --scan-delay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¿masscan reemplaza a nmap?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masscan es ultrarrápido para descubrir puertos abiertos en rangos enormes, pero nmap es superior en detección de versión y NSE. Se combinan: masscan para descubrir, nmap para profundizar.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 veces un puerto sale open|filtered?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típico en UDP: nmap no recibe respuesta y no puede distinguir si está abierto o filtrado. Usa scripts o -sV para confirmar.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escaneo puede tumbar un servicio?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servicios frágiles (impresoras, SCADA, dispositivos IoT) pueden caer con escaneos agresivos. Baja el timing y coordínalo con el cliente si están en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scripts NSE son seguros?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Lyon, G. Nmap Network Scanning — &lt;https://nmap.org/book/&gt;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NSE — &lt;https://nmap.org/nsedoc/&gt;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de escaneo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masscan — &lt;https://github.com/robertdavidgraham/masscan&gt;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