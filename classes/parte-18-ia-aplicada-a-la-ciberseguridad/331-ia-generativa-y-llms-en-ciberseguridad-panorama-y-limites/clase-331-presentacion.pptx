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331 — IA generativa y LLMs en ciberseguridad: panorama, capacidades y límites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son los modelos generativos de lenguaje (LLM) y qué papel real juegan como herramienta de trabajo para hacer ciberseguridad: dónde aportan valor (acelerar tareas repetitivas, sintetizar información, redactar) y dónde fallan (alucinaciones, falta de contexto, datos desactualizados). Al terminar sabrás decidir cuándo apoyarte en un LLM y cuándo NO confiar en su salida sin verificación humana.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en términos operativos cómo un LLM genera texto y por qué eso condiciona su fiabilidad.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tareas de ciberseguridad según si un LLM aporta valor alto, medio o nulo.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alucinaciones y afirmaciones no verificables en la salida de un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flujo de trabajo con verificación humana obligatoria (human-in-the-loop).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marco NIST AI RMF (Govern, Map, Measure, Manage) a un caso de uso propio.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 LLM (predicción de tokens)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Capacidades reales en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Alucinaciones y confabulación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Corte de conocimiento y falta de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Verificación humana (human-in-the-loop)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Prompting efectivo para tareas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Gobernanza: NIST AI RMF y política de uso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 (Large Language Model): modelo estadístico que predice el siguiente token (fragmento de texto) dado el contexto previo. Característica clave: no "sabe" hechos; reproduce patrones plausibles del texto con el que fue entrenado.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Alucinación (o confabulación): salida gramaticalmente correcta y confiada, pero factualmente falsa o inventada (una CVE inexistente, una flag de nmap que no existe). Característica clave: es indistinguible del acierto sin verificación externa.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Corte de conocimiento (knowledge cutoff): fecha hasta la que el modelo tiene datos de entrenamiento. Característica clave: todo lo posterior le es desconocido salvo que se le aporte por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Ventana de contexto: cantidad de texto que el modelo puede "ver" a la vez. Característica clave: fuera de ella, el modelo no recuerda; hay que reinyectar la información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Human-in-the-loop (HITL): patrón donde una persona revisa y autoriza antes de que la salida del modelo tenga efecto real. Característica clave: convierte una sugerencia en una acción responsable y trazable.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Grounding / RAG: técnica de anclar la respuesta a documentos verificados aportados al modelo. Característica clave: reduce alucinaciones al forzar que responda desde fuentes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Temperatura: parámetro que controla la aleatoriedad de la salida. Característica clave: temperatura baja da respuestas más deterministas, útil para tareas técnicas precisas.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cliente de LLM: interfaz web (Claude, ChatGPT, Gemini) o CLI (Claude Code, Gemini CLI) — estos últimos son la base de las clases siguientes.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Cuaderno de laboratorio (Markdown) para registrar prompts, respuestas y verificaciones.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 fuentes autoritativas para contrastar: MITRE ATT&amp;CK, NVD, OWASP, páginas man de las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nunca pegues datos sensibles (credenciales, PII, código propietario, hallazgos de un cliente) en un LLM de terceros sin autorización y sin conocer su política de retención de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medir empíricamente dónde ayuda y dónde falla un LLM. Todo el ejercicio es documental; no se ataca ningún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bitácora. Crea bitacora-llm.md con columnas: Tarea | Prompt | Respuesta resumida | ¿Verificado? | Veredicto.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Tarea de síntesis (valor alto). Pide al modelo: "Explica la diferencia entre un escaneo SYN y un escaneo connect de nmap". Verifica contra la documentación oficial de nmap. Registra si acierta.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Tarea de generación de comando (valor medio). Pide: "Dame el comando nmap para un escaneo de los 1000 puertos más comunes con detección de versión". Antes de ejecutar nada, valida cada flag con man nmap. Anota flags inexistentes o mal usadas.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de alucinación (fallo esperado). Pregunta por una CVE muy reciente o inventada: "Resume la CVE-2029-99999". Observa si el modelo confabula detalles. Registra el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Corte de conocimiento. Pregunta "¿Cuál es la última versión de Metasploit?" y contrasta con la web oficial. Anota el desfase.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Grounding. Copia un fragmento real de un aviso de seguridad y pide que lo resuma solo con esa información. Compara la calidad frente al paso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definición propia de "alucinación" con un ejemplo del dominio de redes.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10 tareas de tu trabajo (o del curso) en valor alto/medio/nulo para un LLM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tres versiones de un mismo prompt (vago, específico, con contexto) y compara las respuestas.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checklist de verificación de 5 puntos para cualquier comando sugerido por 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resume la política de retención de datos de un proveedor de LLM que uses.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caso de uso propio a las cuatro funciones del NIST AI RMF (Govern, Map, Measure, Manage).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una "Política de uso responsable de LLM" de una página para un equipo de seguridad ficticio.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documento debe (a) listar al menos 3 usos permitidos y 3 prohibidos, (b) exigir verificación humana antes de ejecutar cualquier acción con efecto, (c) prohibir el envío de datos sensibles a modelos externos sin autorización, y (d) referenciar explícitamente el NIST AI RMF. Un compañero debe poder leerlo y saber qué puede y qué no puede hacer con 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cita una CVE que no existe — Alucinación. Verifica siempre en NVD/MITRE antes de usar el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Sugiere una flag de comando que da error — El modelo mezcló versiones o inventó. Contrasta con man/--help.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conozco eventos recientes" — Corte de conocimiento. Aporta tú la información actual por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Respuestas distintas a la misma pregunta — Aleatoriedad. Baja la temperatura y fija el contexto para tareas precisas.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"olvida" lo dicho antes — Se salió de la ventana de contexto. Reinyecta lo esencial.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Confía ciegamente y ejecuta sin revisar — Falta de HITL. Nunca ejecutes acciones de efecto real sin validar.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LLM puede "hackear solo"?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fiable ni responsable. Puede sugerir pasos y comandos, pero sin verificación humana y autorización comete errores, alucina y puede causar daño. El humano dirige; el modelo asiste.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inventa datos si "sabe" tanto?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no consulta una base de hechos: predice texto plausible. Cuando no hay patrón fuerte, rellena con algo que "suena bien". Por eso el grounding y la verificación son imprescindibles.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pegarle logs de un cliente?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sin autorización explícita y sin conocer la política de retención del proveedor. Trátalo como enviar datos a un tercero: aplica minimización, anonimización y consentimiento.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para estudiar para certificaciones?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— Artificial Intelligence Risk Management Framework (AI RMF 1.0), NIST AI 100-1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Top 10 for Large Language Model Applications — &lt;https://owasp.org/www-project-top-10-for-large-language-model-applications/&gt;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National Vulnerability Database (NVD) — &lt;https://nvd.nist.gov/&gt;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Anthropic / OpenAI — documentación oficial sobre limitaciones y buenas prácticas de sus modelos.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