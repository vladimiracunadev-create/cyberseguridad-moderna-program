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334 — Reconocimiento y escaneo asistidos por IA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 cómo un agente de IA coordina las fases de reconocimiento y escaneo (descubrimiento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hosts, puertos, servicios, subdominios) usando kali-mcp, y —lo más importante— cómo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profesional valida los resultados y evita que la IA saque conclusiones falsas o toque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objetivos fuera de alcance.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recon pasivo → activo con apoyo de un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cómo la IA resume salidas de nmap/gobuster/enumeración.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los hallazgos del agente contra la salida cruda de la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Controlar el alcance y el ritmo (rate) para no salirse de lo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la superficie de ataque descubierta de forma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Recon pasivo vs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Orquestación de escaneo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Comandos de flujo (kali-recon, kali-mass-scan)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Validación de resultados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Alcance y ritmo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pasivo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Obtener información sin interactuar directamente con el objetivo (OSINT, DNS público). No genera tráfico hacia 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Interacción directa (escaneo de puertos, enumeración). Genera tráfico y requiere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Correlación asistida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Capacidad del agente de unir resultados de varias herramientas (puertos + servicios + versiones) en una vista de la superficie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cruzada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montado (clase 333) contra una VM propia. Herramientas orquestadas típicas: nmap,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gobuster/ffuf, enum4linux, dnsx. Ten abierta la terminal de Kali para verificar a mano.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 pasivo. Pide al agente un resumen de la información pública del objetivo (en el lab, será mínima). Observa qué infiere y qué inventa.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Descubrimiento de hosts/puertos. Ejecuta el flujo de escaneo y revisa la lista de puertos/servicios propuesta.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Validación. Elige 3 hallazgos y confírmalos manualmente en la terminal (nmap -sV -p &lt;puertos&gt;). ¿Coinciden?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servicios. Pide enumeración de un servicio concreto y contrasta con la salida cruda.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 de superficie. Documenta la superficie de ataque descubierta (host, puerto, servicio, versión, evidencia).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recon pasivo y activo con un ejemplo de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riesgo hay si el agente "asume" una versión de servicio que no verificó?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límite de ritmo (rate) para no saturar una red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¿Cómo confirmarías un subdominio que el agente afirma haber encontrado?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sección "superficie de ataque" de un informe a partir del recon.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el agente, mapea la superficie de ataque de tu VM y entrega una tabla host/puerto/servicio;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 manualmente al menos el 50% de las entradas.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entrada validada coincide con la salida real de la herramienta;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señalas cualquier hallazgo del agente que no pudiste confirmar (posible falso positivo).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del agente omite un puerto abierto — La IA puede resumir de más. Revisa la salida cruda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agente "descubre" servicios inexistentes — Alucinación o mala lectura. Valida a mano.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alcanza IPs fuera de alcance — Redefine el scope; nunca amplíes sin autorización.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demasiado agresivo — Ajusta timing/rate; en un lab compartido puedes tirar servicios.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IA hace el recon más rápido?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sobre todo correlacionando salidas y sugiriendo siguientes pasos. Pero la validación sigue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siendo tuya: un recon con datos falsos arruina todo el pentest.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dejar que escanee solo?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escaneo activo debería requerir tu aprobación y un alcance claro. No lo dejes correr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supervisión contra nada que no sea tu laboratorio.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Reconnaissance (TA0043)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&lt;https://github.com/pabpereza/kali-mcp&gt;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Clases 029–033 (Nmap y enumeración) del programa.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