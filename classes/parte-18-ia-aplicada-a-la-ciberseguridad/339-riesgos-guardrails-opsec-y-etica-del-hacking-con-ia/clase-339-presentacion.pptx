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339 — Riesgos, guardrails, OPSEC y ética del hacking con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círculo: los riesgos de usar IA para hacer seguridad y cómo mitigarlos. Tu propio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es una superficie de ataque (prompt injection, fuga de datos), sus acciones deben ser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auditables, y todo el uso está sujeto a un marco legal y ético donde la responsabilidad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humana. Esta clase te da los guardrails para operar con IA de forma profesional.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riesgos de un agente de seguridad: prompt injection, exceso de agencia, fuga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guardrails: mínimo privilegio, aprobación humana, aislamiento, límites de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las acciones del agente con trazabilidad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OPSEC al uso de IA (qué datos entran al modelo, dónde corre).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Situar el uso de IA en el marco legal y de responsabilidad profesional.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Prompt injection contra tu agente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Exceso de agencia (excessive agency)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Fuga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Trazabilidad y auditoría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OPSEC del uso de 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Marco legal y responsabilidad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Prompt injection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Instrucciones maliciosas ocultas en datos que el agente procesa (una web, un banner) que intentan cambiar su comportamiento. Riesgo LLM01 de OWASP.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Exceso de agencia (excessive agency)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Dar al agente más permisos/autonomía de la necesaria, de modo que un error o una inyección cause daño real. Riesgo LLM06.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que limita lo que el agente puede hacer (permisos mínimos, aprobación humana, listas de alcance, aislamiento de 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 (seguridad operativa)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propio flujo de IA (de las clases anteriores). El ejercicio es de diseño de controles: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políticas, permisos y registro. Revisa OWASP Top 10 for LLM como referencia.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(diseño de guardrails)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amenazas del agente. Enumera cómo podrían atacar tu agente (inyección desde un banner, fuga de credenciales del contexto, acción fuera de alcance).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de permisos. Clasifica sus herramientas en auto / aprobación / prohibido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Aislamiento. Define la red y los datos a los que el agente no debe acceder.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Registro. Diseña el log de auditoría: qué campos guardas por cada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datos. Escribe qué datos jamás entran a un modelo externo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Checklist legal. Redacta el mínimo legal antes de una sesión (autorización, alcance, ventana).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concreto de prompt injection contra un agente de pentest y su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es exceso de agencia y cómo lo limitas?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3 campos imprescindibles de un log de auditoría del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¿Cuándo usarías un modelo local en vez de uno en la nube?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IA no reduce tu responsabilidad legal.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documento de guardrails para operar un agente de seguridad: matriz de permisos,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aislamiento, política de datos, registro de auditoría y checklist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toda acción con impacto requiere aprobación humana; hay aislamiento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red; se define qué datos no salen al modelo; existe un registro auditable; se exige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por escrito antes de cualquier sesión.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agente obedece instrucciones de una web/banner — Prompt injection. Trata los datos del objetivo como no confiables y no le des autonomía total.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Credenciales en el contexto del agente — Fuga potencial. Usa secretos gestionados, nunca en el prompt.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registro de lo que hizo el agente — No hay auditoría ni defensa legal. Loguea cada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IA lo hizo, no yo" — La responsabilidad es del operador humano. La IA no exime de 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cliente enviados a un modelo público — Posible incumplimiento legal. Modelo aprobado/local y anonimización.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me hace responsable de menos?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Eres tan responsable como si hubieras ejecutado las acciones a mano. La autorización,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y las consecuencias son tuyos.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¿Puede mi propio agente volverse en mi contra?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vía prompt injection: contenido malicioso en los datos que procesa puede intentar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manipularlo. Por eso: mínimo privilegio, aprobación humana y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¿Modelo local o en la nube?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for LLM Applications — LLM01, LLM06.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· NIST AI RMF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025 (ética y legalidad) y Parte 15 (seguridad de la IA).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