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332 — Agentes de IA y el Model Context Protocol (MCP) para seguridad</a:t>
            </a:r>
          </a:p>
          <a:p>
            <a:r>
              <a:rPr sz="1600">
                <a:solidFill>
                  <a:srgbClr val="2E8B57"/>
                </a:solidFill>
              </a:rPr>
              <a:t>parte 18 ia aplicada a la ciberseguridad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qué es un agente de IA y cómo el Model Context Protocol (MCP) le permite usar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herramientas reales (escáneres, bases de datos, sistemas de archivos) de forma estandarizada.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la pieza que convierte un chatbot que "explica" en un asistente que "hace" — con todo 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eso implica en poder y en riesgo para un flujo de seguridad.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Diferenciar un LLM conversacional de un agente que ejecuta acciones en un bucle.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Describir la arquitectura MCP: cliente (agente), servidor MCP y herramientas expuestas.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MCP estandariza la conexión IA↔herramientas (como "USB para herramientas de IA").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los riesgos de seguridad de dar herramientas a un agente (acción no supervisada, prompt injection, permisos excesivos).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Diseñar un modelo de permisos mínimo para un agente con herramientas.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De chatbot a agente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Bucle percibir–razonar–actuar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Arquitectura MCP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Tools, resources y prompts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Riesgos del agente con herramientas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Permisos y aprobación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Agente de 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LLM que, en un bucle, decide qué herramienta usar, la invoca, observa el resultado y continúa hasta cumplir un objetivo. Característica clave: actúa sobre el mundo.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MCP (Model Context Protocol)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Protocolo abierto que estandariza cómo un cliente de IA se conecta a servidores que exponen herramientas, recursos y prompts. Evita integraciones a medida para cada herramienta.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Servidor MCP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Proceso que expone capacidades (p. ej. "ejecutar nmap", "leer un archivo") a través del protocolo, para que cualquier cliente compatible las use.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Tool (herramienta)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cliente de IA con soporte MCP (p. ej. Claude Code) y, opcionalmente, un servidor MCP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ejemplo. En la clase siguiente montaremos kali-mcp. Aquí basta con entender la arquitectura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 experimentar con un servidor MCP sencillo si lo tienes disponible.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Mapa mental. Dibuja el flujo: agente → mensaje MCP → servidor → herramienta → resultado → agente. Marca dónde entra la aprobación humana.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Inventario de tools. Para un agente de pentest, lista 6 herramientas que expondrías y sus parámetros mínimos (p. ej. scan(target, ports)).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Modelo de permisos. Clasifica esas tools en: auto (solo lectura, p. ej. escaneo pasivo), aprobación requerida (escaneo activo), prohibido a la IA (acciones destructivas).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Superficie de prompt injection. Identifica qué datos "no confiables" podría leer el agente (banners, webs, respuestas de servicios) y cómo podrían manipularlo.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Política. Escribe 5 reglas para operar un agente con herramientas de forma segura.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tus palabras la diferencia entre un LLM y un agente.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¿Qué ventaja da MCP frente a integrar cada herramienta a mano?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 un ejemplo concreto de prompt injection contra un agente de recon.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regla de aprobación para una tool que ejecuta sqlmap.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¿Por qué "mínimo privilegio" aplica también a las herramientas de un agente?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Diseña, en un diagrama + tabla, la arquitectura de un agente de pentest con MCP: tools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expuestas, nivel de permiso de cada una y los puntos de aprobación humana.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toda acción con impacto (escaneo activo, explotación, escritura)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requiere aprobación explícita; las de solo lectura pueden ser automáticas; justificas cada decisión.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Dar al agente permisos totales "para que fluya" — Riesgo enorme. Aplica mínimo privilegio y aprobación por acción sensible.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Confiar en datos que el agente lee de la red — Pueden contener prompt injection. Trátalos como entrada no confiable.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registrar qué hizo el agente — Sin trazabilidad no hay auditoría. Loguea cada tool-call y su resultado.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Exponer credenciales en el contexto del agente — Puede filtrarlas. Usa secretos gestionados, no en el prompt.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Asumir que el servidor MCP es de confianza — Un servidor MCP malicioso puede abusar del cliente. Usa solo servidores auditados.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¿MCP es solo de un proveedor?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No; es un protocolo abierto adoptado por varios clientes de IA. Por eso un mismo servidor MCP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(como kali-mcp) puede usarse desde distintos agentes.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agente ejecuta las herramientas directamente en mi máquina?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Depende del diseño. En kali-mcp, las herramientas corren dentro de un contenedor Docker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Kali, aislado, y el agente habla con un gateway — no ejecuta binarios arbitrarios en tu host.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 es el mayor riesgo?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Model Context Protocol — especificación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Top 10 for LLM Applications — LLM01 Prompt Injection, LLM06 Excessive Agency.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kali-mcp (MIT) — caso de estudio de la clase siguiente.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