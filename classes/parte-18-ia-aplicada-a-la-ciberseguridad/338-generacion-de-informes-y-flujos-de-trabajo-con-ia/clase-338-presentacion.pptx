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338 — Generación de informes y flujos de trabajo con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 IA para lo que mejor hace en un engagement: compilar hallazgos y redactar informes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consistentes y legibles — sin que "invente" hallazgos. Verás cómo el flujo /kali-finish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consolida una sesión y cómo el profesional verifica cada afirmación antes de firmar.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un borrador de informe a partir de los datos de una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que cada hallazgo del informe está respaldado por evidencia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tono a la audiencia (resumen ejecutivo vs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Estandarizar informes con plantillas y flujos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el mayor riesgo: hallazgos alucinados en un documento oficial.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 IA como redactora, no como fuente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/kali-finish y consolidación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Verificación de hallazgos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Plantillas y consistencia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Borrador asistido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 informe generado por IA a partir de los datos de la sesión; es un punto de partida, no el entregable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alucinado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Vulnerabilidad que la IA describe pero que no existe o no se demostró. Incluirlo en un informe es un fallo grave de credibilidad y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 hallazgo→evidencia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afirmación del informe debe enlazar con la evidencia (comando, captura, log) que la respalda.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datos de una sesión de laboratorio (de las clases 333–336) y un LLM. Ten a mano la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cruda para verificar lo que el informe afirme.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Borrador. Genera con IA un informe a partir de los hallazgos de tu sesión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Verificación. Para cada hallazgo, localiza la evidencia que lo respalda. Marca los que no puedes respaldar.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Depuración. Elimina o corrige los hallazgos sin evidencia (alucinaciones).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audiencias. Pide a la IA un resumen ejecutivo (sin jerga) y una sección técnica del mismo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Plantilla. Define una plantilla reutilizable y comprueba que el informe la respeta.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la IA es buena redactando pero peligrosa como fuente de hechos?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tabla "hallazgo → evidencia" para verificar un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hallazgo técnico como resumen ejecutivo.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revisarías siempre antes de entregar un informe generado con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plantilla mínima de informe de pentest.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mini-informe con IA de tu sesión y entrégalo solo con hallazgos verificados,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documentando qué eliminaste por falta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hallazgo del informe final tiene evidencia reproducible;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listas explícitamente lo que descartaste; el resumen ejecutivo no tiene jerga.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el borrador de la IA sin revisar — Puede contener hallazgos alucinados. Verifica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técnico para la dirección — Audiencia equivocada. Separa ejecutivo y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sin evidencia — No los incluyas; sin evidencia no hay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Cifras/severidades inventadas — Calcula el CVSS tú y verifícalo (clase 085).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dejar que la IA escriba todo 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borrador sí; el entregable final, no, sin tu verificación. Firmas tú, y la responsabilidad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lo que afirma el documento es tuya.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invente hallazgos?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con trazabilidad: obliga a que cada afirmación cite su evidencia y elimina lo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puedas respaldar con la salida real de una herramienta.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Reporting · FIRST CVSS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085 (reporte profesional).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