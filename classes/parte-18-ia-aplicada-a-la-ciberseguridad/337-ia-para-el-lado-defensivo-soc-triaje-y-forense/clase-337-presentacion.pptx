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337 — IA para el lado defensivo: SOC, triaje y forense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la IA al lado azul: resumir y correlacionar alertas, asistir el triaje del SOC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apoyar el análisis forense, entendiendo dónde ayuda (velocidad, reducción de ruido) y dónde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peligrosa (falsos negativos, decisiones automáticas sin contexto). El humano sigue decidiendo.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un LLM para resumir alertas y logs y acelerar el triaje.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eventos de varias fuentes con apoyo de 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el riesgo de falsos negativos (que la IA "tranquilice" de más).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Mantener al analista en el bucle para toda decisión de escalado/cierre.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Apoyar el análisis forense (resúmenes, hipótesis) sin sustituir la evidencia.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Resumen de alertas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Correlación asistida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Riesgo de falso negativo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Analista en el bucle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Apoyo forense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Triaje asistido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Uso de IA para priorizar y resumir alertas, dejando la decisión de escalar al analista.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Fatiga de alertas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Saturación por exceso de alertas que lleva a ignorar las importantes; la IA puede aliviarla resumiendo y agrupando.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negativo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Amenaza real no detectada/clasificada como benigna. En defensa asistida por IA es el riesgo más grave.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evidencia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LLM y datos de un ejercicio defensivo (p. ej. el lab blue-team-soc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el dfir-memoria). Trabaja con datos anonimizados.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de alertas. Da al LLM un lote de alertas del lab SOC y pídele un resumen priorizado. Contrasta con tu propia priorización.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Correlación. Aporta logs de dos fuentes (auth + red) y pídele la narrativa del incidente. ¿Reconstruyó la fuerza bruta → acceso → movimiento lateral?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Caza del falso negativo. Introduce un evento malicioso sutil y comprueba si la IA lo minimiza. Documenta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Apoyo forense. Sobre una salida de Volatility, pide hipótesis y verifica cada una con la evidencia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Decisión. Redacta la decisión de escalado con tu criterio, citando lo que la IA aportó y lo que verificaste.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tareas del SOC acelera más un LLM?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falso negativo asistido por IA es más peligroso que un falso 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flujo de triaje con IA donde el analista siempre decide.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¿Cómo usarías IA en forense sin comprometer la cadena de evidencia?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datos del SOC no enviarías a un modelo externo?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incidente del lab, genera con IA un resumen + narrativa y valida cada afirmación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 los logs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resumen, marcas al menos una afirmación imprecisa de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 y la corriges con la evidencia; la decisión de escalado es tuya y está justificada.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una alerta porque "la IA dijo que era benigna" — Falso negativo. El analista decide con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respuestas sin supervisión — Riesgo de acción errónea a escala. Mantén aprobación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Enviar logs con PII a un modelo externo — Fuga de datos. Anonimiza o usa modelo aprobado.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Tomar hipótesis forenses como conclusiones — La IA sugiere; la evidencia concluye.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reemplaza a los analistas del SOC?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reduce el trabajo repetitivo y acelera el triaje, pero el criterio, el contexto de negocio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decisión de escalar siguen siendo humanos.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automatizar la respuesta (SOAR) con 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mucho cuidado y aprobación humana en las acciones con impacto. Una respuesta automática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equivocada puede causar más daño que el incidente.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8 (SOC/detección) y Parte 9 (DFIR) del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for LLM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