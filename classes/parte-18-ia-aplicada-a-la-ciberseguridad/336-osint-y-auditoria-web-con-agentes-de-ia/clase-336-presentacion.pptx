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336 — OSINT y auditoría web con agentes de IA</a:t>
            </a:r>
          </a:p>
          <a:p>
            <a:r>
              <a:rPr sz="1600">
                <a:solidFill>
                  <a:srgbClr val="2E8B57"/>
                </a:solidFill>
              </a:rPr>
              <a:t>parte 18 ia aplicada a la ciberseguridad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 cómo un agente de IA acelera dos tareas muy repetitivas —OSINT (recolección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información de fuentes abiertas) y auditoría web— coordinando herramientas y sintetizando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resultados, y cómo el profesional filtra el ruido, evita falsos positivos y respeta la legalidad.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Coordinar un flujo de OSINT autorizado con apoyo de un agente.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una auditoría web asistida (descubrimiento, fingerprinting, checks OWASP) sobre una app propia.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Filtrar falsos positivos que la IA presenta como hallazgos.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Respetar los límites legales y de privacidad del OSINT.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Sintetizar los resultados en evidencia utilizable.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OSINT asistido (kali-osint)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Límites legales del OSINT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Auditoría web (kali-web-audit, kali-wp-audit)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Falsos positivos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Síntesis de evidencia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OSINT (Open Source Intelligence)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Inteligencia obtenida de fuentes públicas. Característica clave: es legal recolectar lo público, pero su uso y la privacidad tienen límites.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Fingerprinting web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tecnologías, versiones y CMS de una aplicación (p. ej. WordPress y sus plugins) para orientar la auditoría.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Falso positivo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Hallazgo reportado que no es explotable o no existe. La IA, como los escáneres, los produce; validarlos es parte del trabajo.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Síntesis de evidencia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kali-mcp con los flujos de OSINT y auditoría web, contra una app propia (p. ej.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lab appsec-web o un WordPress de laboratorio). Herramientas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orquestadas típicas: whatweb, gobuster/ffuf, nikto, wpscan.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OSINT de dominio propio. Pide al agente un resumen de la huella pública de un dominio tuyo y verifica cada dato (DNS, subdominios) a mano.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Fingerprinting. Sobre tu app de laboratorio, ejecuta el flujo de auditoría web y revisa la tecnología detectada.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Checks OWASP. Deja que el agente proponga posibles problemas (cabeceras, versiones) y clasifícalos en confirmado / a verificar / falso positivo.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Validación. Confirma manualmente 3 hallazgos con Burp/curl.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Evidencia. Redacta 3 hallazgos con su evidencia reproducible.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¿Dónde está el límite legal/ético del OSINT sobre personas?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 un ejemplo de falso positivo típico de un escáner web.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¿Cómo confirmarías una cabecera de seguridad ausente que reporta el agente?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el flujo mínimo de una auditoría web asistida sobre tu app.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¿Qué datos de OSINT no incluirías en un informe por privacidad?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Realiza una auditoría web asistida sobre tu app de laboratorio y entrega 3 hallazgos validados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manualmente + descarta explícitamente 2 falsos positivos que reportó el agente.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los 3 hallazgos son reproducibles; explicas por qué los otros 2 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son explotables; todo el trabajo fue sobre un objetivo propio/autorizado.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Tomar cada hallazgo del escáner como real — Sobre-reporte. Valida antes de incluirlo.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Hacer OSINT intrusivo o sobre personas sin base — Cruza líneas legales/éticas. Limítate a lo público y pertinente.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Auditar una web que no es tuya "para probar" — Ilegal sin permiso. Usa tu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Confiar en versiones detectadas sin confirmar — El fingerprinting se equivoca; verifica.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IA encuentra vulnerabilidades web sola?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Encuentra indicios y los resume; confirmarlos y descartar falsos positivos es tu trabajo. Sin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validación, un informe lleno de falsos positivos destruye tu credibilidad.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OSINT con IA es legal?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Recolectar información pública suele serlo, pero el uso, la privacidad y la finalidad tienen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límites legales que debes respetar (ver Parte 12 y clase 339).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Web Security Testing Guide (WSTG)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kali-mcp (MIT) — &lt;https://github.com/pabpereza/kali-mcp&gt;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Parte 4 (web) y Parte 12 (OSINT) del programa.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