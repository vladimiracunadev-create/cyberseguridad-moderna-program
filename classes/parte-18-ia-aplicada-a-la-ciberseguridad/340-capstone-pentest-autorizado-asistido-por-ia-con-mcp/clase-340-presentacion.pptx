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340 — Capstone: pentest autorizado asistido por IA con MCP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el programa en una operación completa: montar kali-mcp, definir el alcance,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pentest supervisado asistido por IA contra tu laboratorio (recon → auditoría →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de bajo impacto → informe), aplicando los guardrails y la ética de las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síntesis de las Partes 3–9 (técnica) y 18 (IA como copiloto).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 engagement de laboratorio con alcance, RoE y guardrails escritos.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agente de IA con MCP de forma supervisada y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ciclo completo con validación humana en cada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informe verificable con hallazgos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críticamente qué aportó la IA y dónde fue necesaria tu intervención.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Fases del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Alcance y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Montaje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 y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PoC supervisada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Retrospectiva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integrador que exige aplicar, de forma coherente y completa, competencias de todo el programa en un caso realista y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alcance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objetivos, límites, ventana y autorización. Aquí lo redactas tú para tu propio laboratorio; en el mundo real lo firma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hallazgo del informe puede repetirse manualmente con la herramienta correspondiente, sin depender de la palabra de la 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VM vulnerable propia (Metasploitable, DVWA, o el lab appsec-web) en red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montado (clase 333) y tu cliente de IA con MCP.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 kali-mcp-ia del programa como guía de montaje.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Desarrollo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RoE + guardrails. Alcance = tu VM; matriz de permisos; política de datos; registro de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kali-mcp y verifica el aislamiento de red del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y auditoría asistidos, validando manualmente cada hallazgo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y aprueba un vector de PoC de bajo impacto; ejecútalo con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mínima para demostrar impacto, sin tocar datos ni salir de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informe con IA y verifica cada hallazgo contra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Retrospectiva: ¿qué aceleró la IA? ¿qué alucinó? ¿dónde fue imprescindible tu criterio?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documento de alcance/RoE de tu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de permisos del agente para esta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cómo registrarás la trazabilidad de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 los límites de post-explotación que respetarás.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plantilla del informe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 (entregable del capstone)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paquete de engagement de tu laboratorio que incluya: (a) RoE + guardrails, (b)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auditoría de la sesión, (c) informe con hallazgos reproducibles, y (d) una retrospectiva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crítica del uso de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 ocurrió dentro del alcance (tu VM); cada acción con impacto fue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aprobada por ti; cada hallazgo del informe es reproducible manualmente; la retrospectiva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al menos un aporte real de la IA y al menos una limitación (p. ej. una alucinación)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supervisión corrigió.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Empezar sin RoE ni alcance — Nunca. Define y limita el alcance por escrito antes de tocar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no reproducibles en el informe — Verifica todo a mano; elimina lo que no puedas respaldar.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Dejar que el agente actúe sin aprobación — Rompe la supervisión. Aprueba cada acción con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fuera de tu propiedad — Ilegal. Solo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ausente — Pierdes el aprendizaje. Analiza críticamente el uso de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autonomía le doy al agente en el capstone?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mínimo para ser útil: recon y resúmenes pueden ser más automáticos; toda acción activa 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requiere tu aprobación. Tú firmas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la IA se equivoca en un hallazgo?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eso verificas todo contra la evidencia. Documentar una alucinación que tu supervisión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corrigió es, de hecho, parte del aprendizaje del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es el final del programa?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· OWASP Top 10 for LLM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kali-mcp-ia y capstones de la Parte 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