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335 — Explotación y post-explotación autorizada asistida por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el rol —y los límites— de un agente de IA en las fases de explotación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de un pentest autorizado: la IA propone y documenta, el profesional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y ejecuta las acciones con impacto. El foco es la supervisión, la trazabilidad y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nunca se deben delegar a la IA decisiones destructivas o de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el papel del agente: sugerir vectores, no decidir explotarlos.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modelo de aprobación humana para toda acción con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Exigir trazabilidad completa (qué se ejecutó, cuándo, con qué resultado).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riesgos: acción destructiva, salir de alcance, daño colateral.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explotación de forma reproducible para 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IA propone, el humano dispone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Aprobación por acción sensible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Trazabilidad y logging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Post-explotación con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Reproducibilidad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Supervisión humana (human-in-the-loop)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acción con impacto pasa por aprobación de una persona antes de ejecutarse. Es el control central de esta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concepto (PoC) controlada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que una vulnerabilidad es explotable con el mínimo impacto necesario (p. ej. un whoami), sin escalar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completo y ordenado de cada acción, comando y resultado, imprescindible para el informe y para la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de post-explotación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contra una VM vulnerable tuya (p. ej. Metasploitable/DVWA en red aislada).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puede sugerir vectores; tú apruebas y ejecutas. Mantén un registro de la sesión.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Priorización de vectores. Pide al agente que, a partir del recon, priorice posibles vías de entrada sin ejecutarlas. Revisa su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 humana. Elige tú un vector de PoC de bajo impacto y apruébalo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supervisada. Ejecuta la PoC (p. ej. demostrar acceso con un comando inocuo). Registra comando y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mínima. Enumera el sistema para demostrar impacto sin tocar datos ni escalar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Trazabilidad. Reconstruye la línea de tiempo de la sesión: cada acción aprobada, ejecutada y su evidencia.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decisión de explotar no debe delegarse en la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acciones que siempre requieren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registro mínimo de trazabilidad de una acción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una PoC de bajo impacto y por qué se prefiere?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límites de post-explotación que pondrías por escrito en las RoE.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Demuestra, en tu VM, una vulnerabilidad con una PoC de bajo impacto asistido por el agente,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trazabilidad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acción con impacto fue aprobada por ti antes de ejecutarse;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registro reproducible; no se tocaron datos reales ni se salió del alcance.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Dejar que el agente explote automáticamente — Riesgo legal y de daño. Exige aprobación humana por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que causa más daño del necesario — Limítate a demostrar; no escales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registrar lo que se hizo — Sin trazabilidad no hay informe ni defensa legal. Loguea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Delegar decisiones destructivas — Nunca. Borrar/cifrar/modificar exige criterio humano explícito.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Salir del alcance "porque el agente lo sugirió" — El alcance manda sobre la IA. Corta y redefine.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puede explotar sola una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Técnicamente puede encadenar herramientas, pero no debe hacerlo sin supervisión: el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legal, de daño y de salir de alcance es demasiado alto. La responsabilidad es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no facilita el mal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metodología aquí es de supervisión y control, la misma que exige un pentest profesional.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énfasis está en autorización, límites y trazabilidad — justo lo contrario del abuso.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Exploitation / Post-Exploitation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085 (reporte) del programa.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