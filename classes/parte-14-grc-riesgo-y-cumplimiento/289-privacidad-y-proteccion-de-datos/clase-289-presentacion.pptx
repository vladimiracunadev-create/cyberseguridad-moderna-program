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289 — Privacidad y protección de datos</a:t>
            </a:r>
          </a:p>
          <a:p>
            <a:r>
              <a:rPr sz="1600">
                <a:solidFill>
                  <a:srgbClr val="2E8B57"/>
                </a:solidFill>
              </a:rPr>
              <a:t>parte 14 grc riesgo y cumplimiento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Profundizar en la privacidad como disciplina propia, más allá del cumplimiento legal de la clase 281. Al terminar entenderás los principios de privacy by design, la diferencia entre seguridad y privacidad, cómo ejecutar una Evaluación de Impacto de Protección de Datos (DPIA/EIPD), aplicar técnicas de minimización, seudonimización y anonimización, y el papel del DPO (Delegado de Protección de Datos).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Distinguir privacidad de seguridad y por qué se necesitan ambas.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Aplicar los principios de privacy by design y by default.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Ejecutar una DPIA/EIPD de un tratamiento de alto riesgo.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Diferenciar seudonimización, anonimización y minimización.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Atender los derechos de los interesados y el papel del DPO.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Privacidad vs. seguridad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Principios GDPR (Art.5)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Privacy by design &amp; by default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DPIA / EIPD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Minimización, seudonimización, anonimización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Derechos del interesado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El DPO y la rendición de cuentas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Privacidad: derecho de las personas a controlar sus datos personales. Clave: protege a la persona, no solo al dato.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Privacy by design: incorporar la privacidad desde el diseño del sistema. Clave: proactivo, no reactivo.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Privacy by default: la configuración más protectora es la predeterminada. Clave: el usuario no debe "activar" su privacidad.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DPIA/EIPD: evaluación del impacto de un tratamiento sobre los derechos y libertades. Clave: obligatoria en tratamientos de alto riesgo (GDPR Art.35).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Seudonimización: sustituir identificadores de forma reversible con clave separada. Clave: sigue siendo dato personal.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Anonimización: hacer imposible la reidentificación. Clave: deja de ser dato personal (fuera de GDPR) si es irreversible.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DPO (Delegado de Protección de Datos): figura independiente que supervisa el cumplimiento. Clave: obligatorio en ciertos casos (Art.37).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Texto del GDPR (arts. 5, 25, 32, 35) y guías de la AEPD/EDPB sobre DPIA.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Referencia de marcos: ISO/IEC 27701 (PIMS) y NIST Privacy Framework 1.0.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plantilla de DPIA (la AEPD y el ICO publican plantillas gratuitas).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Para el laboratorio técnico: un pequeño dataset de ejemplo y Python con pandas para practicar seudonimización/anonimización.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(ejercicio aplicado)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Parte A — DPIA de un nuevo tratamiento en "Ferretería del Sur S.A.":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Escenario: la empresa quiere implantar recomendaciones personalizadas basadas en el historial de compras y la ubicación.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Descripción del tratamiento: documenta finalidad, categorías de datos, base de licitud, destinatarios y plazos de conservación.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Necesidad y proporcionalidad: justifica si el tratamiento es necesario y proporcionado, o si podrías lograr el fin con menos datos (minimización).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Identificación de riesgos: lista 4 riesgos para los derechos de las personas (perfilado invasivo, reidentificación, brecha, uso secundario) con probabilidad e impacto.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Medidas: define controles para cada riesgo (consentimiento granular, seudonimización, retención limitada, opción de exclusión).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Conclusión: decide si el riesgo residual es aceptable o si debes consultar a la autoridad de control.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con un ejemplo la diferencia entre seguridad y privacidad.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¿Cuándo es obligatoria una DPIA? Da dos criterios del Art.35.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Diferencia seudonimización de anonimización y su efecto legal.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la configuración "by default" de una app de mensajería respetando la privacidad.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¿Por qué un hash sin sal no anonimiza un email? Propón la mejora.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Enumera 4 derechos del interesado y el plazo para atenderlos.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una DPIA completa del tratamiento de recomendaciones personalizadas, con descripción, análisis de necesidad/proporcionalidad, identificación y evaluación de al menos 4 riesgos, medidas por riesgo y conclusión sobre el riesgo residual, más una demostración técnica de seudonimización y minimización sobre un dataset.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la DPIA justifica la minimización de datos, cada riesgo tiene una medida asociada, la conclusión indica si el riesgo residual es aceptable, y la demo distingue correctamente seudonimización de anonimización.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Confundir seguridad con privacidad — Cifrar no basta; hay que limitar finalidad y minimizar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"Anonimizar" con un simple hash — Es seudonimización reversible; usa sal, k-anonimato o supresión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Recoger "por si acaso" más datos de los necesarios — Viola minimización; recoge solo lo imprescindible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DPIA hecha después de lanzar — Privacy by design exige hacerla antes; incorpórala al diseño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Ignorar los plazos de derechos — GDPR da 1 mes; ten procedimientos listos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¿Seguridad y privacidad no son lo mismo?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No. La seguridad protege el dato de accesos no autorizados; la privacidad protege a la persona de usos indebidos, incluso por parte de quien tiene acceso legítimo. Se necesitan ambas.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¿Cuándo necesito un DPO?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Cuando el tratamiento a gran escala de datos sensibles o la monitorización sistemática lo requieran (GDPR Art.37), o si eres autoridad pública. Muchas empresas lo designan por prudencia.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¿La anonimización saca los datos del GDPR?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Sí, si es irreversible de verdad. Pero anonimizar bien es difícil; la seudonimización, en cambio, sigue siendo dato personal regulado.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diferencia hay entre ISO 27701 y el NIST Privacy Framework?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GDPR — Reglamento (UE) 2016/679, arts. 5, 25, 32, 35. &lt;https://eur-lex.europa.eu/eli/reg/2016/679/oj&gt;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ISO/IEC 27701:2019 — Privacy Information Management. &lt;https://www.iso.org/standard/71670.html&gt;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Privacy Framework 1.0. &lt;https://www.nist.gov/privacy-framework&gt;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AEPD — Guías y plantillas de DPIA. &lt;https://www.aepd.es/&gt;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(ISC)² CISSP Official Study Guide, dominio 2.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