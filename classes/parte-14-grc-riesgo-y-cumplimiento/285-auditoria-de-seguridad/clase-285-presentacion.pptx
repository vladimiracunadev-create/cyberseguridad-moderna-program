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285 — Auditoría de seguridad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qué es una auditoría de seguridad, cómo se planifica y ejecuta, y cómo se sobrevive a ella desde el lado auditado. Al terminar sabrás distinguir auditoría interna de externa, recopilar y presentar evidencia, entender los informes SOC 1/SOC 2/SOC 3, gestionar hallazgos y no conformidades, y usar la auditoría como herramienta de mejora, no como examen temido.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auditoría interna, externa, de primera/segunda/tercera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una auditoría: alcance, criterios, plan y muestreo.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Recopilar y organizar evidencia de auditoría trazable.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informes SOC 1/SOC 2 (Type I vs Type II).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hallazgos, no conformidades y planes de acción correctiva.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de auditoría y de auditor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Proceso de auditoría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Criterios y evidencia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Muestreo y pruebas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Informes SOC 1/2/3 y Type I/II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Hallazgos y CAPA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Auditoría continua y automatizada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Auditoría de seguridad: evaluación sistemática e independiente de controles frente a un criterio. Clave: independencia y objetividad.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 de primera/segunda/tercera parte: interno, del cliente, o externo independiente. Clave: la certificación exige tercera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auditoría: el estándar contra el que se compara (ISO 27001, PCI-DSS, política interna). Clave: sin criterio no hay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registros, entrevistas, observaciones y reejecuciones que sustentan una conclusión. Clave: debe ser trazable y 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 2: informe de aseguramiento sobre los Trust Services Criteria (seguridad, disponibilidad, confidencialidad, etc.). Clave: Type I evalúa el diseño; Type II, la eficacia operativa en un periodo.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/ no conformidad: incumplimiento detectado; mayor o menor. Clave: genera acción correctiva.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CAPA: acción correctiva y preventiva. Clave: corrige la causa raíz, no solo el síntoma.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plan de auditoría, la matriz de evidencia y el registro de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Referencia: ISO 19011 (directrices para auditar sistemas de gestión) y los Trust Services Criteria de AICPA (SOC 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evidencia técnica: capturas de configuración, logs, exportaciones de un IAM/SIEM (reutiliza lo aprendido en partes previas).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herramientas GRC de recolección continua de evidencia (Vanta, Drata) a nivel conceptual.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preparar y "ejecutar" una auditoría interna de control de acceso en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y criterio: define el alcance ("gestión de accesos a la plataforma de e-commerce") y el criterio (la política de la clase 282 y el control ISO 27001 A.5.15/A.8.2).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auditoría: redacta un plan con objetivos, criterio, áreas, entrevistados, fechas y método (revisión documental + muestreo técnico).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Diseño de pruebas: para 4 controles (MFA obligatorio, revocación de accesos al cese, principio de mínimo privilegio, revisión trimestral de permisos), define qué evidencia solicitarías y cómo la verificarías.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Muestreo: de una lista ficticia de 50 usuarios, define una muestra de 10 y comprueba (con datos de ejemplo) si tienen MFA y si los ex-empleados están deshabilitados.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hallazgos: documenta al menos 2 hallazgos (p. ej. "3 de 10 cuentas sin MFA"; "1 ex-empleado con acceso activo"), clasifícalos en mayor/menor y anota la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CAPA: para cada hallazgo redacta la acción correctiva, la causa raíz y la fecha de cierre.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auditoría de primera, segunda y tercera parte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auditor no puede auditar su propio trabajo? Explica el principio de independencia.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control ("los accesos se revisan trimestralmente") en una prueba de auditoría con evidencia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SOC 2 Type I y Type II.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en mayor/menor: falta total de MFA en administradores; una excepción documentada y aprobada.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CAPA para el hallazgo "logs del SIEM se retienen 7 días en lugar de 90".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paquete de auditoría interna con: plan de auditoría, diseño de pruebas para 4 controles, muestreo ejecutado con hallazgos clasificados, CAPA por hallazgo y un informe ejecutivo con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hallazgo cita evidencia y criterio incumplido, cada CAPA identifica causa raíz y fecha de cierre, y el informe distingue hallazgos mayores de menores con recomendaciones priorizadas.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sin criterio definido — Conclusiones subjetivas; fija el estándar antes de empezar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anecdótica ("me dijeron que...") — No es trazable; exige registros, configuraciones o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 sin independencia — Conflicto de interés; separa quien opera de quien audita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sin causa raíz — Se repiten; en la CAPA analiza el porqué, no solo el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SOC 2 Type I con Type II — Type I es diseño puntual; Type II prueba eficacia en el tiempo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auditoría es lo mismo que un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pentest prueba explotabilidad técnica; la auditoría evalúa si los controles existen, están diseñados y operan según un criterio. Se complementan.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¿SOC 2 lo emite cualquiera?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lo emite un auditor CPA independiente conforme a los estándares de la AICPA. Por eso da aseguramiento a los clientes del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¿Una no conformidad menor bloquea la certificación?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Normalmente no si se aborda con una CAPA; una mayor sí suele bloquearla hasta corregirse. Depende del esquema.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auditoría continua?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 19011:2018 — Directrices para la auditoría de sistemas de gestión. &lt;https://www.iso.org/standard/70017.html&gt;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AICPA — SOC 2 y Trust Services Criteria. &lt;https://www.aicpa-cima.com/topic/audit-assurance/audit-and-assurance-greater-than-soc-2&gt;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ISACA — IT Audit Framework (ITAF). &lt;https://www.isaca.org/resources/itaf&gt;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6 (Security Assessment and Testing).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800-53A — Assessing Security Controls. &lt;https://csrc.nist.gov/pubs/sp/800/53/a/r5/final&gt;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