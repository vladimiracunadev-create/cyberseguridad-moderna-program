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284 — Gestión de riesgo de terceros y proveedores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Aprender a gestionar el riesgo que introducen proveedores, subcontratistas y la cadena de suministro de software (TPRM, Third-Party Risk Management). Incidentes como SolarWinds, Log4j o MOVEit demostraron que la mayor amenaza a menudo entra por un tercero de confianza. Al terminar sabrás evaluar proveedores, exigir cláusulas contractuales de seguridad, gestionar el ciclo de vida del proveedor y responder a un compromiso en la cadena de suministro.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por qué el riesgo de terceros amplía la superficie de ataque.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una evaluación de riesgo de un proveedor (due diligence).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Redactar cláusulas de seguridad contractuales (SLA, derecho a auditar, notificación de brechas).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Clasificar proveedores por criticidad y nivel de acceso a datos.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Gestionar el ciclo de vida del proveedor, incluida la salida (offboarding).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Superficie de ataque de terceros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Ciclo de vida del proveedor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Due diligence y cuestionarios (SIG, CAIQ)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Cláusulas contractuales y SLA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Riesgo de cuarta parte (4th party)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Cadena de suministro de software (SBOM)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Monitorización continua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TPRM: gestión del riesgo de terceros a lo largo de todo su ciclo de vida. Clave: proceso continuo, no un chequeo único.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Due diligence: investigación previa del proveedor (financiera, de seguridad, legal). Clave: antes de firmar.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Cuestionario de seguridad: SIG (Shared Assessments) o CAIQ (Cloud Security Alliance) para evaluar controles. Clave: estandariza la evaluación.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SLA (Service Level Agreement): compromiso de nivel de servicio medible. Clave: incluye disponibilidad, soporte y seguridad.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Derecho a auditar (right to audit): cláusula que permite verificar los controles del proveedor. Clave: convierte promesas en verificables.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Cuarta parte: proveedor del que depende tu proveedor. Clave: heredas su riesgo sin controlarlo directamente.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SBOM (Software Bill of Materials): inventario de componentes de un software. Clave: permite saber si te afecta un CVE de una dependencia.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cuestionario de referencia: CAIQ de Cloud Security Alliance (descarga gratuita) o SIG Lite.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para el inventario y la matriz de criticidad de proveedores.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SBOM: herramientas como syft (syft &lt;imagen&gt; genera un SBOM) y grype para cruzarlo con CVEs.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Referencia: NIST SP 800-161 (Cybersecurity Supply Chain Risk Management) y controles SOC 2 Type II.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Parte A — Inventario y evaluación para "Ferretería del Sur S.A.":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Inventario de proveedores: lista 6 (pasarela de pago, proveedor cloud, CRM SaaS, agencia de marketing, mensajería, ERP). Para cada uno anota qué datos accede y qué nivel de acceso tiene.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Matriz de criticidad: clasifica cada proveedor en crítico/medio/bajo según acceso a datos sensibles e impacto si falla. La pasarela y el cloud serán críticos.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Due diligence: para el proveedor más crítico, prepara un mini-cuestionario de 10 preguntas basado en CAIQ (¿tiene ISO 27001/SOC 2? ¿cifra datos? ¿notifica brechas en cuánto tiempo? ¿dónde aloja los datos?).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Cláusulas contractuales: redacta 5 cláusulas de seguridad para el contrato: notificación de brechas en 48 h, derecho a auditar, ubicación de datos en la UE, subencargados con aprobación previa, borrado seguro al finalizar.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Parte B — Riesgo de cadena de suministro de software: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Genera un SBOM de una imagen de contenedor en tu laboratorio: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el ataque a SolarWinds como ejemplo de riesgo de cadena de suministro.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¿Qué es un proveedor de cuarta parte y por qué te preocupa?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3 preguntas clave de due diligence para un SaaS que trata datos personales.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una matriz de criticidad de proveedores con 2 ejes.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¿Por qué un SBOM es útil cuando aparece un CVE crítico como Log4Shell?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 los pasos de offboarding seguro de un proveedor con acceso API.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programa TPRM mínimo con: inventario de al menos 6 proveedores clasificados por criticidad, cuestionario de due diligence del proveedor crítico, 5 cláusulas contractuales de seguridad, evidencia de un SBOM con al menos un CVE identificado y una checklist de offboarding.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 clasificación de criticidad se justifica por acceso a datos e impacto, las cláusulas incluyen notificación de brechas y derecho a auditar, y el SBOM muestra un componente vulnerable con acción propuesta.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Evaluar al proveedor solo al contratar — El riesgo evoluciona; monitoriza de forma continua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Contrato sin cláusulas de seguridad — No puedes exigir nada tras una brecha; inclúyelas antes de firmar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Ignorar a los subencargados (4ª parte) — Heredas su riesgo; exige transparencia y aprobación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revocar accesos al terminar — Cuentas huérfanas de terceros; checklist de offboarding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Confiar en el logo "ISO 27001" sin ver el alcance — El certificado puede cubrir otra cosa; pide el SoA/alcance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¿Basta con que el proveedor tenga SOC 2 o ISO 27001?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 buena señal, pero debes verificar el alcance (qué cubre) y que sea vigente. Un certificado no exime de tus propias obligaciones legales sobre los datos.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diferencia hay entre SIG y CAIQ?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Ambos son cuestionarios de evaluación de proveedores; CAIQ (CSA) está orientado a la nube, SIG (Shared Assessments) es más general. Elige según el tipo de proveedor.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importa el SBOM?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Cuando aparece una vulnerabilidad en una librería (Log4Shell), el SBOM te dice en minutos qué productos tuyos y de terceros están afectados, en lugar de días de investigación manual.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¿Soy responsable de una brecha en mi proveedor?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800-161 Rev.1 — Supply Chain Risk Management. &lt;https://csrc.nist.gov/pubs/sp/800/161/r1/final&gt;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Cloud Security Alliance — CAIQ. &lt;https://cloudsecurityalliance.org/research/caiq&gt;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Shared Assessments — SIG Questionnaire. &lt;https://sharedassessments.org/sig/&gt;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Syft &amp; Grype (SBOM y escaneo). &lt;https://github.com/anchore/syft&gt;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 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