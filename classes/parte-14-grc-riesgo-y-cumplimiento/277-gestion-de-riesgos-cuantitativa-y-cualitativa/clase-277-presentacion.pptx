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277 — Gestión de riesgos: cuantitativa y cualitativa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evaluar el riesgo de seguridad de forma rigurosa, tanto con métodos cualitativos (matrices de probabilidad × impacto) como cuantitativos (SLE, ARO, ALE y modelos probabilísticos). Al terminar sabrás calcular la pérdida anual esperada de un escenario, decidir si un control se justifica económicamente y comunicar riesgo en términos que la dirección entiende: dinero y probabilidad, no colores.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SLE, ARO y ALE de un escenario de riesgo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una matriz de riesgo cualitativa 5×5 y ubicar riesgos en ella.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el ALE antes y después de un control para justificar la inversión (ROSI).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una estimación probabilística por rangos con intervalos de confianza del 90%.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Elegir el tratamiento adecuado: mitigar, transferir, evitar o aceptar.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Vocabulario: amenaza, vulnerabilidad,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Análisis cualitativo (matriz P×I)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Análisis cuantitativo (SLE/ARO/ALE)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ROSI (retorno de la inversión en seguridad)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Estimación calibrada y rangos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Simulación de Montecarlo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Tratamiento del riesgo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Riesgo: probabilidad de que una amenaza explote una vulnerabilidad causando un impacto. Clave: riesgo = f(probabilidad, impacto).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SLE (Single Loss Expectancy): pérdida esperada de un único incidente. Clave: SLE = Valor del activo (AV) × Factor de exposición (EF).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ARO (Annualized Rate of Occurrence): número esperado de ocurrencias al año. Clave: 0,1 significa "una vez cada 10 años".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 (Annualized Loss Expectancy): pérdida anual esperada. Clave: ALE = SLE × ARO.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ROSI: retorno de inversión en seguridad. Clave: ROSI = (ALEantes − ALEdespués − costecontrol) / costecontrol.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residual: el que queda tras aplicar controles. Clave: nunca es cero; se acepta formalmente.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Estimación calibrada: dar rangos con un intervalo de confianza (p. ej. 90%) en lugar de un punto. Clave: reduce el exceso de confianza del experto.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(LibreOffice Calc / Excel / Google Sheets) para las fórmulas SLE/ARO/ALE.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Python con numpy para una simulación de Montecarlo (pip install numpy).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metodológica: FAIR (Factor Analysis of Information Risk) de The Open Group, y NIST SP 800-30 (Guide for Conducting Risk Assessments).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matriz de riesgo 5×5 (la crearás tú en el laboratorio).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ransomware contra la plataforma de e-commerce de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Valora el activo (AV): estima el valor de la plataforma en 500.000 €.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Factor de exposición (EF): un cifrado por ransomware deja el sistema inoperante; estima EF = 0,6 (pérdida del 60%).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SLE: calcula SLE = 500.000 × 0,6 = 300.000 €.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ARO: según incidentes del sector estimas 0,2 (uno cada 5 años). Calcula ALE = 300.000 × 0,2 = 60.000 €/año.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Control propuesto: backups inmutables + EDR por 25.000 €/año, que reducen el ARO a 0,05. Nuevo ALEdespués = 300.000 × 0,05 = 15.000 €.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ROSI: (60.000 − 15.000 − 25.000) / 25.000 = 0,8 → 80% de retorno. El control se justifica.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ALE de un robo de portátil: AV=1.500 €, EF=1, ARO=3.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control cuesta 10.000 € y baja el ALE de 40.000 a 12.000 €. ¿Cuál es el ROSI?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esta matriz cualitativa a decisión: probabilidad media, impacto catastrófico. ¿Aceptas o mitigas?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 un intervalo de confianza del 90% para "cuántos empleados hará clic en un phishing de 100 enviados".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ALE puede engañar cuando el impacto es raro pero catastrófico (cola larga).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Montecarlo para una brecha de datos con multa GDPR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hoja de cálculo de análisis de riesgo cuantitativo para tres escenarios (ransomware, brecha de datos, caída de disponibilidad) con SLE, ARO, ALE, control propuesto, ALE residual y ROSI de cada uno, más una matriz cualitativa 5×5 que los ubique.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fórmulas están enlazadas (no números pegados), cada control muestra un ROSI calculado, y la recomendación de tratamiento (mitigar/transferir/aceptar) es coherente con el ROSI y la posición en la matriz.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 ridículamente preciso (60.000,00 €) — Falsa precisión; usa rangos con intervalos de confianza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colores sin acción — La matriz es triaje, no decisión final; complementa con cuantitativo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 negativo pero se compra el control — Decisión emocional; revisa si hay factor regulatorio o reputacional no modelado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riesgo no se puede medir" — Falacia; toda reducción de incertidumbre es medición (Hubbard)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el riesgo residual — Documenta y acepta formalmente lo que queda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¿Cuantitativo o cualitativo?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El cualitativo prioriza rápido; el cuantitativo justifica inversiones y se comunica con la dirección. Empieza cualitativo, profundiza cuantitativo en los riesgos top.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 dónde saco el ARO si no tengo datos?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informes del sector (Verizon DBIR), datos históricos internos y estimación calibrada por expertos. La incertidumbre se modela, no se elimina.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FAIR?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marco cuantitativo estándar que descompone el riesgo en frecuencia y magnitud de pérdida. Complementa muy bien SLE/ARO/ALE.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matriz 5×5 tiene problemas?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 &amp; Seiersen — How to Measure Anything in Cybersecurity Risk. &lt;https://www.howtomeasureanything.com/cybersecurity/&gt;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800-30 Rev.1 — Guide for Conducting Risk Assessments. &lt;https://csrc.nist.gov/pubs/sp/800/30/r1/final&gt;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 Open Group — FAIR Risk Analysis Standard. &lt;https://www.opengroup.org/forum/security/fair&gt;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Verizon Data Breach Investigations Report (DBIR). &lt;https://www.verizon.com/business/resources/reports/dbir/&gt;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