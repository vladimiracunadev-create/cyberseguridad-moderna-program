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276 — Gobernanza de la seguridad de la información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qué es la gobernanza de seguridad de la información y en qué se diferencia de la gestión operativa. Al terminar sabrás definir una estructura de gobierno con roles claros, alinear la seguridad con los objetivos de negocio y traducir la estrategia de la dirección en políticas y apetito de riesgo. Este es el marco que da sentido a todos los controles técnicos que has aprendido en el programa.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gobernanza de gestión y de operación en seguridad.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los roles clave (junta directiva, CISO, propietarios de datos, custodios) y sus responsabilidades.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apetito, tolerancia y capacidad de riesgo de una organización.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Alinear un objetivo de seguridad con un objetivo de negocio concreto.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el borrador de una carta de gobierno (charter) de un comité de seguridad.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Gobernanza vs. gestión vs. operación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Modelos: top-down y su necesidad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Roles y responsabilidades (RACI)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Apetito y tolerancia al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Alineación con el negocio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Due care y due diligence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Comités y estructuras de reporte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Gobernanza de seguridad: conjunto de responsabilidades y prácticas ejercidas por la dirección para dar dirección estratégica, asegurar el logro de objetivos y verificar que el riesgo se gestiona. Característica clave: es responsabilidad de la alta dirección, no del equipo técnico.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Apetito de riesgo (risk appetite): cantidad de riesgo que una organización está dispuesta a aceptar para perseguir sus objetivos. Clave: se define arriba, guía todas las decisiones de tratamiento.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Tolerancia al riesgo: la variación aceptable respecto al apetito para un riesgo concreto. Clave: más granular que el apetito.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Due care: actuar de forma razonable y prudente para proteger los intereses de la organización. Clave: "hacer lo correcto".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Due diligence: investigar y comprender continuamente los riesgos. Clave: "el proceso de asegurarse de que se hace lo correcto".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Propietario de datos (data owner): responsable de clasificar la información y decidir quién accede. Clave: rol de negocio, indelegable.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Custodio de datos (data custodian): implementa y mantiene los controles definidos por el propietario. Clave: rol técnico/operativo.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gobernanza es una disciplina documental; las "herramientas" son plantillas y marcos. Prepara: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editor de texto o Markdown para redactar el charter y la matriz RACI.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hoja de cálculo (LibreOffice Calc, Excel o Google Sheets) para la matriz de roles.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Referencias abiertas: ISO/IEC 27014 (gobernanza de seguridad), NIST SP 800-100 (Information Security Handbook), COBIT 2019 de ISACA.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una plantilla de política del SANS Policy Templates (&lt;https://www.sans.org/information-security-policy/&gt;) para inspirarte, sin copiar.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hay laboratorio ofensivo aquí; el trabajo es de análisis y redacción, propio de un rol de gobierno.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Vas a construir la estructura de gobierno de seguridad de una empresa ficticia, "Ferretería del Sur S.A.", PYME de e-commerce con 120 empleados que procesa pagos con tarjeta.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Contexto: anota en un documento el sector, tamaño, activos críticos (plataforma web, base de datos de clientes, pasarela de pago) y las 3 amenazas que más preocupan a la dirección.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Matriz RACI de roles: en una hoja de cálculo crea filas para 6 actividades (definir política, aprobar presupuesto, clasificar datos, operar el SIEM, aprobar excepciones de riesgo, responder incidentes) y columnas para 5 roles (Junta, CEO, CISO, Propietario de datos, Equipo SOC). Marca cada celda con Responsable, Aprobador, Consultado o Informado. Regla: exactamente un A por fila.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Apetito de riesgo: redacta una declaración de apetito en una frase (p. ej., "aceptamos riesgo bajo en disponibilidad y riesgo muy bajo en confidencialidad de datos de pago").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Objetivos alineados: escribe una tabla de 3 filas que conecte un objetivo de negocio (crecer 30% en ventas online) con un objetivo de seguridad (disponibilidad 99,9%) y un control concreto (WAF + CDN).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Charter del comité: redacta media página con: propósito, miembros, frecuencia de reunión, decisiones que puede tomar y a quién reporta.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Revisión: verifica que ningún rol técnico aparezca como aprobador de decisiones estratégicas (eso es un error de gobierno).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con un ejemplo la diferencia entre due care y due diligence.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estas tareas en gobernanza, gestión u operación: aprobar el presupuesto anual, configurar un firewall, definir el apetito de riesgo, revisar logs.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matriz RACI para el proceso "gestión de parches".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directivo dice: "la seguridad es cosa del departamento de IT". Redacta una réplica de 5 líneas fundamentada en gobernanza top-down.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apetito de riesgo para un hospital y para una startup de videojuegos; justifica por qué difieren.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tres indicadores que un comité de seguridad debería revisar en cada reunión.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el charter completo de un comité de seguridad de la información (máx. 1 página) para "Ferretería del Sur S.A.", con matriz RACI adjunta.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charter incluye propósito, composición, cadencia, autoridad de decisión y línea de reporte a la junta; la matriz RACI tiene exactamente un aprobador por actividad y ningún rol técnico aprueba decisiones estratégicas.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programa de seguridad no tiene presupuesto" — Falta patrocinio de la dirección; construye caso de negocio y gobierno top-down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Nadie decide sobre excepciones de riesgo — No hay comité ni autoridad definida; crea el charter y asigna el aprobador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Controles técnicos sin dueño de negocio — Se confunde custodio con propietario; asigna propietarios de 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Apetito de riesgo indefinido — Cada equipo decide por su cuenta; formaliza la declaración de apetito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Directivos no rinden cuentas tras un incidente — Falta due care documentado; registra decisiones y aprobaciones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gobernanza no es solo burocracia?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No: es lo que da autoridad, presupuesto y dirección a la seguridad. Sin ella, los controles técnicos carecen de respaldo y se abandonan.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¿Quién debe ser el CISO, técnico o gestor?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 perfiles existen, pero el CISO opera en la capa de gobierno y gestión: traduce riesgo técnico a lenguaje de negocio ante la dirección.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¿Apetito y tolerancia son lo mismo?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El apetito es el nivel general que aceptas; la tolerancia es la desviación admisible para un riesgo específico.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¿Dónde encaja ISO 27001 en la gobernanza?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 (Security and Risk Management).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27014:2020 — Governance of information security. &lt;https://www.iso.org/standard/74046.html&gt;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800-100 — Information Security Handbook: A Guide for Managers. &lt;https://csrc.nist.gov/pubs/sp/800/100&gt;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COBIT 2019 (ISACA). &lt;https://www.isaca.org/resources/cobit&gt;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SANS Security Policy Templates. &lt;https://www.sans.org/information-security-policy/&gt;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