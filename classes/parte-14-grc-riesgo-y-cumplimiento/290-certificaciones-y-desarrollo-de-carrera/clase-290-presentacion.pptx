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290 — Certificaciones y desarrollo de carrera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Orientar tu carrera en ciberseguridad tras completar el programa: qué roles existen, qué certificaciones aportan valor real en cada etapa, cómo construir un plan de desarrollo profesional y un portfolio que demuestre competencia. Al terminar tendrás un mapa de roles y certificaciones, un plan personal a 12–24 meses y las bases para presentarte a empleadores con evidencia, no solo con títulos.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Ubicar los roles de ciberseguridad (ofensivo, defensivo, GRC, cloud, appsec) y sus rutas.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certificaciones adecuadas a su etapa y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plan de desarrollo profesional personal con hitos.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portfolio y perfil profesional que demuestre competencias.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una estrategia de estudio para una certificación concreta.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Mapa de roles (NICE Framework)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Certificaciones por etapa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Rutas: ofensiva, defensiva, GRC, cloud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Portfolio y evidencia práctica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Aprendizaje continuo (CPE)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Marca profesional y networking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Ética profesional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NICE Framework: marco de NIST que describe roles, tareas y competencias en ciberseguridad. Clave: lenguaje común para roles y planes de carrera.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Certificación fundacional: valida bases (CompTIA Security+, GSEC). Clave: puerta de entrada, no meta final.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Certificación de especialización: valida un dominio (OSCP ofensivo, CISSP gestión, CCSP cloud, CISA auditoría). Clave: elige según tu ruta.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CPE (Continuing Professional Education): créditos de formación para mantener una certificación. Clave: obligan a aprender de forma continua.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Portfolio: conjunto de evidencias (labs, writeups, proyectos, CTFs) que demuestran competencia. Clave: prueba práctica, no solo teoría.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Código de ética: normas de conducta profesional (p. ej. el Canon de (ISC)²). Clave: su incumplimiento cuesta la certificación y la reputación.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NICE Framework (NIST SP 800-181) para mapear roles y competencias.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Plataformas de práctica: TryHackMe, Hack The Box, laboratorios propios (los de este programa).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repositorio (GitHub/GitLab) para publicar writeups y proyectos como portfolio.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perfil profesional actualizado (LinkedIn) y, si aplica, un blog técnico.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Guías oficiales de las certificaciones objetivo (dominios y esquema de examen).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construir tu plan de desarrollo profesional personal.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Autoevaluación: usando las distintas partes del programa, puntúa de 1 a 5 tu nivel en 6 áreas (redes, ofensiva, defensiva/SOC, cloud, appsec, GRC). Identifica tus 2 fortalezas y 2 huecos.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Elección de ruta: decide una ruta principal (ofensiva / defensiva / GRC / cloud / appsec) y una secundaria, alineadas con tus fortalezas e intereses.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Mapa de roles: para tu ruta, identifica 3 roles objetivo (p. ej. GRC → analista de riesgo, auditor de seguridad, consultor de cumplimiento) y las competencias que exige cada uno según el NICE Framework.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de certificaciones: define una secuencia realista a 24 meses. Ejemplo GRC: Security+ → CISA o ISO 27001 Lead Implementer → CISSP (con experiencia). Ejemplo ofensiva: Security+ → eJPT/PNPT → OSCP.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Portfolio: elige 3 laboratorios de este programa (p. ej. la matriz de riesgo de la clase 277, el SoA de la 278, el SBOM de la 284) y planifica publicarlos como writeups en tu repositorio.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de estudio: para la primera certificación objetivo, desglosa los dominios del examen, asigna semanas de estudio y define cómo practicarás (labs, exámenes de prueba).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3 roles del NICE Framework a las competencias que aportan las partes de este programa.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CISSP y OSCP: propósito, formato y a quién sirven.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plan de estudio de 8 semanas para Security+.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3 proyectos del curso y explica cómo los presentarías en una entrevista.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tu titular profesional y un resumen de 4 líneas para LinkedIn.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dilema ético (bug bounty fuera de alcance) según un código de conducta.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tu plan de desarrollo profesional personal con: autoevaluación por áreas, ruta elegida, 3 roles objetivo con competencias NICE, secuencia de certificaciones a 24 meses, plan de estudio de la primera certificación desglosado por dominios y semanas, y un portfolio planificado con al menos 3 writeups de laboratorios del programa.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ruta y las certificaciones son coherentes con las fortalezas de la autoevaluación, el plan de estudio tiene hitos temporales concretos, y el portfolio referencia labs reales del curso con evidencia publicable.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Coleccionar certificaciones sin práctica — El título sin evidencia convence poco; construye portfolio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Empezar por una cert avanzada (OSCP/CISSP) sin base — Frustración y coste; sigue una secuencia por etapas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Presentar CISSP sin la experiencia requerida — Queda como "Associate" hasta cumplirla; planifica la experiencia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Portfolio vacío — No demuestra competencia; publica writeups de tus labs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los CPE — Puedes perder la certificación; planifica formación continua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certificación hago primero?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empiezas, una fundacional como CompTIA Security+ da base y abre puertas. Después elige según tu ruta: OSCP (ofensiva), CISSP (gestión), CCSP (cloud), CISA (auditoría), ISO 27001 Lead (GRC).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¿Vale más un título o un portfolio?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suman, pero un portfolio con proyectos y writeups reales demuestra competencia práctica que un título por sí solo no garantiza. Combínalos.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CISSP para trabajar en GRC?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para empezar. CISSP exige 5 años de experiencia y es un objetivo a medio plazo; antes puedes avanzar con Security+, CISA o certificaciones ISO 27001.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mantengo mis certificaciones?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NICE Framework — NIST SP 800-181 Rev.1. &lt;https://csrc.nist.gov/pubs/sp/800/181/r1/final&gt;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— Certificaciones y Código de Ética. &lt;https://www.isc2.org/&gt;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ISACA — CISA, CRISC y otras. &lt;https://www.isaca.org/credentialing&gt;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CompTIA — Security+ y rutas de carrera. &lt;https://www.comptia.org/certifications/security&gt;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Offensive Security — OSCP. &lt;https://www.offsec.com/courses/pen-200/&gt;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