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280 — Controles CIS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usar los CIS Critical Security Controls v8.1, un conjunto priorizado y accionable de 18 controles y 153 salvaguardas que responde a la pregunta "¿por dónde empiezo?". Al terminar sabrás priorizar defensas con los Implementation Groups (IG1–IG3), aplicar los CIS Benchmarks para endurecer sistemas y usar los controles como plan de acción técnico concreto, complementario a CSF e ISO.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 estructura de los 18 controles CIS v8.1 y sus salvaguardas.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el Implementation Group (IG1/IG2/IG3) adecuado a una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las salvaguardas de "higiene cibernética esencial" (IG1).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 CIS Benchmark para endurecer un sistema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los controles CIS a NIST CSF e ISO 27001.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Origen y filosofía de los CIS Controls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Los 18 controles v8.1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Salvaguardas (Safeguards)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Implementation Groups IG1–IG3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Higiene cibernética esencial (IG1)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CIS Benchmarks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Mapeos a CSF, ISO, PCI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Controls: conjunto priorizado de acciones defensivas contra los ataques más comunes. Clave: ordenados por impacto, no alfabéticamente.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Salvaguarda (Safeguard): acción concreta y medible dentro de un control. Clave: v8.1 tiene 153 salvaguardas.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IG1 (Implementation Group 1): higiene esencial para organizaciones pequeñas con recursos limitados. Clave: 56 salvaguardas base defendibles.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IG2: para organizaciones con equipos dedicados de seguridad. Clave: incluye IG1 más controles avanzados.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IG3: para entornos maduros con datos muy sensibles. Clave: las 153 salvaguardas.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Benchmark: guía de configuración segura para un producto concreto (Windows, Linux, AWS, etc.). Clave: endurecimiento reproducible y auditable.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CIS-CAT: herramienta que evalúa el cumplimiento de un sistema frente a un Benchmark. Clave: automatiza la evidencia.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documento CIS Controls v8.1 (descarga gratuita tras registro en cisecurity.org).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CIS Benchmark del sistema que quieras endurecer (Ubuntu, Windows 11, Docker,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CIS-CAT Lite (versión gratuita) o herramientas open source como Lynis (sudo apt install lynis) para auditar Linux.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VM aislada de laboratorio para aplicar el endurecimiento (Ubuntu Server recomendado).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plan de salvaguardas IG1.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Plan de salvaguardas IG1 para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Descarga los CIS Controls v8.1 y filtra las salvaguardas marcadas como IG1.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(Control 1 y 2): lista cómo mantendrías el inventario de activos y software; anota la herramienta que usarías.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15 salvaguardas IG1 prioritarias (gestión de cuentas, MFA, configuración segura, copias de seguridad, formación) y ponlas en una hoja con: control, salvaguarda, estado actual, acción, responsable.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B — Endurecimiento con un Benchmark (VM Ubuntu):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tu VM aislada, ejecuta una auditoría base: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apt update &amp;&amp; sudo apt install -y lynis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Ordena estos controles CIS por su número y explica por qué el inventario va primero.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PYME sin equipo de seguridad: ¿qué IG le corresponde y por qué?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5 salvaguardas IG1 y clasifícalas en preventivas o detectivas.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qué es un CIS Benchmark y da un ejemplo de regla de endurecimiento SSH.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el control "MFA en accesos remotos" a CSF, ISO 27001 y PCI-DSS.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cómo medirías el porcentaje de salvaguardas IG1 implementadas.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higiene cibernética IG1 con al menos 20 salvaguardas priorizadas (estado, acción, responsable) y evidencia de un endurecimiento real en VM (índice de Lynis antes/después de aplicar 3 medidas de un CIS Benchmark).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plan cubre al menos 8 de los 18 controles, el índice de Lynis mejora tras el endurecimiento, y 5 salvaguardas están mapeadas a CSF/ISO.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Intentar implantar los 18 controles a la vez — Sobrecarga; empieza por IG1 y escala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Saltarse el inventario (Controles 1–2) — Todo lo demás depende de conocer los activos; empieza ahí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 Benchmark en producción sin probar — Puede romper servicios; prueba primero en VM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CIS Controls con CIS Benchmarks — Controles = qué hacer; Benchmarks = cómo configurar un producto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medir el progreso — Define % de salvaguardas implementadas como KPI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¿CIS reemplaza a NIST CSF o ISO 27001?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CIS es el "cómo" técnico y priorizado; CSF/ISO son los marcos de gestión. CIS publica mapeos oficiales entre ellos.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dónde empiezo con recursos mínimos?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IG1: inventario de activos y software, gestión de cuentas, MFA, configuración segura y copias de seguridad. Es la higiene esencial defendible.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CIS Benchmarks son gratis?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PDF sí, tras registro. Herramientas como CIS-CAT Pro requieren membresía; CIS-CAT Lite y Lynis cubren lo básico.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se actualizan?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Critical Security Controls v8.1. &lt;https://www.cisecurity.org/controls/v8-1&gt;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Benchmarks. &lt;https://www.cisecurity.org/cis-benchmarks&gt;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 Navigator (mapeos). &lt;https://www.cisecurity.org/controls/cis-controls-navigator&gt;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Lynis (auditoría de sistemas). &lt;https://cisofy.com/lynis/&gt;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