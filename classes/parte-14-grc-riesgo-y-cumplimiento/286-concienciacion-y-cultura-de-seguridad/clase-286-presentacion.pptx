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286 — Concienciación y cultura de seguridad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por qué el factor humano es el vector de ataque más explotado (phishing, ingeniería social, errores) y cómo construir un programa de concienciación y una cultura de seguridad que reduzca ese riesgo de forma medible. Al terminar sabrás diseñar campañas de formación, ejecutar simulaciones de phishing éticas, segmentar audiencias y medir el cambio de comportamiento, no solo la asistencia a un curso.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concienciación, formación y educación.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programa de concienciación por audiencias y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simulación de phishing ética y sus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cambio de comportamiento (tasa de clics, de reporte).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Fomentar una cultura de seguridad positiva, sin culpabilizar.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El humano como superficie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Concienciación vs. formación vs. educación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Segmentación por rol y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Simulaciones de phishing éticas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Métricas de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Cultura positiva vs. culpabilización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Refuerzo continuo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Concienciación (awareness): mantener la seguridad presente en la mente del usuario. Clave: cambia el foco de atención, es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Formación (training): enseñar habilidades concretas para un rol. Clave: orientada a tareas.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Educación: conocimiento profundo y transferible. Clave: forma expertos, largo plazo.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Simulación de phishing: envío controlado de correos señuelo para medir y entrenar. Clave: educar, no castigar.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clics (click rate): porcentaje que interactúa con el señuelo. Clave: baja con la práctica; métrica de partida.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reporte (report rate): porcentaje que denuncia el phishing. Clave: es la métrica que de verdad importa; que suba.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Cultura de seguridad: valores y comportamientos compartidos respecto a la seguridad. Clave: se mide y se cultiva, no se impone.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 de simulación de phishing en laboratorio: GoPhish (open source, &lt;https://getgophish.com/&gt;), desplegado en un entorno de pruebas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de correo de laboratorio o cuentas de prueba controladas (nunca envíes a terceros reales sin autorización).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Material de concienciación de referencia: SANS Security Awareness, CISA y NIST SP 800-50/800-16.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plan de campañas y las métricas.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Programa de concienciación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Segmentación: define 3 audiencias (personal general, desarrolladores, finanzas) y el riesgo principal de cada una (phishing genérico, seguridad en el código, fraude del CEO/BEC).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anual: crea un calendario de 12 meses con temas mensuales (contraseñas, phishing, datos personales, escritorio limpio, incidentes) y formato (píldora, taller, cartel, simulación).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Contenido: redacta el guion de una píldora de 5 minutos sobre cómo reconocer un correo de phishing (remitente, urgencia, enlaces, adjuntos).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Simulación de phishing ética (laboratorio con GoPhish):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GoPhish en tu VM de laboratorio y crea una campaña con: plantilla de correo señuelo, landing page de formación y grupo de "empleados de prueba" (cuentas propias).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la campaña contra tus cuentas de prueba y observa las métricas: enviados, abiertos, clics, datos enviados.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con ejemplos concienciación, formación y educación.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señuelos de phishing de dificultad creciente (bajo, medio, dirigido/spear).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tasa de reporte importa más que la de clics.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formarías específicamente al equipo de finanzas contra el fraude BEC.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empleado picó en la simulación. Redacta el mensaje que le enviarías sin culpabilizarlo.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indicadores para medir la madurez de la cultura de seguridad.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programa de concienciación con: segmentación por 3 audiencias, calendario anual de temas, una simulación de phishing ejecutada en laboratorio (GoPhish) con métricas de clic y reporte, y la página educativa post-clic.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campaña se ejecutó solo sobre cuentas de prueba propias, se registran tasas de clic y reporte iniciales con un objetivo de mejora, y el material educativo refuerza sin culpabilizar.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único curso anual "para cumplir" — No cambia hábitos; usa refuerzo continuo y variado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Simulaciones que humillan o castigan — Generan miedo y ocultación; enfoque educativo y 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solo asistencia — No mide comportamiento; usa clic y reporte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Mismo contenido para todos — Ineficaz; segmenta por rol y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Enviar simulaciones a terceros sin permiso — Problema ético y legal; solo empleados propios con aprobación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¿Sirven de algo las simulaciones de phishing?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 son educativas y continuas: reducen la tasa de clics y —más importante— aumentan la de reporte. Usadas como castigo, son contraproducentes.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mejor métrica?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tasa de reporte. Que la gente reconozca y denuncie un phishing es más valioso que solo evitar el clic, porque activa la respuesta a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consigo apoyo de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Traduciendo el riesgo humano a números (coste de una brecha por BEC) y midiendo la mejora del comportamiento tras 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formar?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800-50 Rev.1 — Building a Cybersecurity Awareness Program. &lt;https://csrc.nist.gov/pubs/sp/800/50/r1/ipd&gt;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Security Awareness. &lt;https://www.sans.org/security-awareness-training/&gt;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 — Open-source phishing framework. &lt;https://getgophish.com/&gt;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Phishing guidance. &lt;https://www.cisa.gov/topics/cyber-threats-and-advisories/phishing&gt;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