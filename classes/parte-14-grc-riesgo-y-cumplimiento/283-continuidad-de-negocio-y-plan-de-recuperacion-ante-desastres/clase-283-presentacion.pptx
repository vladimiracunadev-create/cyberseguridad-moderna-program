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283 — Continuidad de negocio y plan de recuperación ante desastres</a:t>
            </a:r>
          </a:p>
          <a:p>
            <a:r>
              <a:rPr sz="1600">
                <a:solidFill>
                  <a:srgbClr val="2E8B57"/>
                </a:solidFill>
              </a:rPr>
              <a:t>parte 14 grc riesgo y cumplimiento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diseñar un Plan de Continuidad de Negocio (BCP) y un Plan de Recuperación ante Desastres (DRP) que permitan a una organización sobrevivir a incidentes graves: ransomware, incendio, caída de proveedor cloud o desastre natural. Al terminar sabrás ejecutar un Análisis de Impacto en el Negocio (BIA), calcular RTO/RPO/MTD, elegir estrategias de recuperación y probar los planes con simulacros.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BCP de DRP y su ámbito.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 BIA identificando procesos críticos y su impacto en el tiempo.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Calcular RTO, RPO y MTD para un proceso.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Seleccionar estrategias de recuperación (sitios frío/tibio/caliente, backups, HA).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una prueba del plan (tabletop, simulacro, failover).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BCP vs. DRP vs. respuesta a incidentes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BIA (Business Impact Analysis)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Métricas: RTO, RPO, MTD, WRT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Estrategias de recuperación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Sitios alternativos (frío/tibio/caliente)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Estrategia de backups (3-2-1)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Pruebas y mantenimiento del plan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BCP: plan para mantener las funciones críticas del negocio durante y después de una interrupción. Clave: enfoque en procesos de negocio.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DRP: plan para restaurar la infraestructura tecnológica tras un desastre. Clave: subconjunto técnico del BCP.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BIA: análisis que identifica procesos críticos y el impacto de su interrupción en el tiempo. Clave: alimenta RTO/RPO.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RTO (Recovery Time Objective): tiempo máximo tolerable para restaurar un proceso. Clave: "¿en cuánto tiempo debo volver?".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RPO (Recovery Point Objective): máxima pérdida de datos tolerable en el tiempo. Clave: define la frecuencia de backup.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MTD (Maximum Tolerable Downtime): interrupción total tras la cual el negocio no se recupera. Clave: RTO &lt; MTD siempre.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Sitio caliente/tibio/frío: instalación de respaldo con distinto grado de preparación. Clave: más caliente = más rápido y más caro.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para el BIA y las métricas.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Referencia: ISO 22301 (continuidad de negocio) y NIST SP 800-34 (Contingency Planning Guide).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el laboratorio técnico opcional: una VM y un servicio simple (contenedor Docker) para practicar backup/restore.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Herramientas de backup reales: restic, borgbackup o rsync para demostrar la regla 3-2-1.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Parte A — BIA y métricas para "Ferretería del Sur S.A.":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Inventario de procesos: lista 5 procesos (venta online, procesamiento de pagos, atención al cliente, facturación, marketing).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Impacto en el tiempo: para cada proceso, estima el impacto (€/hora de caída) a 1 h, 8 h, 24 h y 72 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Criticidad: clasifica cada proceso en crítico/importante/no crítico según su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RTO/RPO/MTD: asigna a cada proceso crítico un MTD, un RTO (&lt; MTD) y un RPO. Ej.: pagos → MTD 4 h, RTO 1 h, RPO 15 min.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Estrategia de recuperación: para cada proceso crítico elige la estrategia (HA activo-activo, sitio caliente, restauración desde backup) coherente con su RTO/RPO.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Parte B — Backup 3-2-1 real (VM):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RTO y RPO con un dibujo temporal.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el RTO siempre debe ser menor que el MTD?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Ordena sitios frío, tibio y caliente por coste y por velocidad de recuperación.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la regla 3-2-1 a un escenario y explica cómo protege frente a ransomware.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BIA de 3 procesos para una clínica dental.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tres tipos de prueba del plan y cuándo usar cada una.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BCP/DRP mínimo viable con: BIA de al menos 5 procesos, tabla RTO/RPO/MTD de los críticos, estrategia de recuperación por proceso, y evidencia de un backup/restore real (tiempo medido) más el guion de un ejercicio tabletop.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todo proceso crítico tiene RTO &lt; MTD y un RPO coherente con su frecuencia de backup, la restauración real funciona (dato recuperado) y su tiempo se compara con el RTO objetivo.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Backups que nunca se prueban al restaurar — Un backup sin restore verificado no es un backup; prueba periódicamente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RTO/RPO fijados sin BIA — Números arbitrarios; deriva de impacto en el negocio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Backups en la misma red que producción — El ransomware los cifra también; usa copias inmutables/offline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alta disponibilidad con backup — HA protege de fallo de hardware, no de borrado/cifrado malicioso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 escrito pero nunca ejercitado — Falla en el peor momento; haz tabletops y simulacros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¿BCP y DRP son lo mismo?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El BCP cubre todo el negocio (personas, procesos, instalaciones); el DRP es la parte tecnológica de restaurar sistemas. El DRP vive dentro del BCP.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la regla 3-2-1?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Tres copias de los datos, en dos medios distintos, con una copia fuera de sitio (offsite). La variante 3-2-1-1-0 añade una copia inmutable/air-gapped y cero errores verificados.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¿Cada cuánto pruebo el plan?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Tabletops al menos anualmente; simulacros de failover según criticidad. Cada prueba genera lecciones que actualizan el plan.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nube me exime de tener DRP?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 22301:2019 — Business Continuity Management. &lt;https://www.iso.org/standard/75106.html&gt;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800-34 Rev.1 — Contingency Planning Guide. &lt;https://csrc.nist.gov/pubs/sp/800/34/r1/final&gt;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CISSP Official Study Guide, dominio 7.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restic — Backups rápidos, seguros y verificables. &lt;https://restic.net/&gt;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Estrategia de backup 3-2-1 (CISA). &lt;https://www.cisa.gov/&gt;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