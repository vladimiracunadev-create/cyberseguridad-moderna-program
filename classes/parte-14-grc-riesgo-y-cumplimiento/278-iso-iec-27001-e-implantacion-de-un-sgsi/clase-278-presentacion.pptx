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278 — ISO/IEC 27001 e implantación de un SGSI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es un Sistema de Gestión de Seguridad de la Información (SGSI) y cómo se implanta según ISO/IEC 27001:2022, la norma internacional certificable más extendida. Al terminar sabrás recorrer el ciclo PDCA, elaborar una Declaración de Aplicabilidad (SoA), gestionar el riesgo conforme a la norma y preparar una organización para auditoría de certificación.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estructura de ISO/IEC 27001:2022 (cláusulas 4–10 y Anexo 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el alcance de un SGSI y su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el proceso de gestión de riesgo exigido por la norma.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Elaborar una Declaración de Aplicabilidad (SoA) justificando inclusiones y exclusiones.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la evidencia y auditoría interna previa a la certificación.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Familia ISO 27000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Cláusulas 4–10 (requisitos)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Ciclo PDCA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Anexo A (93 controles, 4 temas)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Declaración de Aplicabilidad (SoA)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Auditoría de certificación (etapas 1 y 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No conformidades y acciones correctivas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SGSI: sistema de gestión que establece, implementa, mantiene y mejora la seguridad de la información. Clave: es un sistema de gestión, no un producto.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27001: norma certificable con los requisitos del SGSI (cláusulas 4–10). Clave: lo obligatorio se expresa con "debe".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27002: guía de implementación de los controles del Anexo A. Clave: no es certificable, es orientativa.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Anexo A (2022): 93 controles agrupados en 4 temas (Organizacional, Personas, Físico, Tecnológico). Clave: reemplazó los 114 controles/14 dominios de 2013.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SoA (Statement of Applicability): documento que lista qué controles aplican, cuáles no y por qué. Clave: pieza obligatoria y auditada.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PDCA: Plan-Do-Check-Act, el motor de mejora continua. Clave: la certificación exige evidencia de las 4 fases.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conformidad: incumplimiento de un requisito; mayor o menor. Clave: una mayor bloquea la certificación hasta corregirla.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Editor de documentos y hoja de cálculo para el SoA y el registro de riesgos.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índice de ISO/IEC 27001:2022 (puedes consultar la estructura pública; el texto íntegro es de pago en iso.org).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 de controles: ISO/IEC 27002:2022 para descripciones.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plantillas abiertas de SoA (busca "ISO 27001 SoA template") como referencia estructural, sin copiar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GRC opcionales para gestionar evidencia: Eramba (open source), o simples carpetas versionadas.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Vas a preparar los documentos núcleo del SGSI de "Ferretería del Sur S.A.".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Alcance: redacta en un párrafo el alcance del SGSI (p. ej. "la plataforma de e-commerce, su infraestructura cloud y el proceso de pagos"). Indica qué queda fuera.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Contexto y partes interesadas (cláusula 4): lista 5 partes interesadas (clientes, banco adquirente, reguladores, empleados, proveedores cloud) y sus expectativas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Liderazgo (cláusula 5): redacta el compromiso de dirección en 3 frases y asigna el propietario del SGSI.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de riesgos (cláusula 6): reutiliza los 3 riesgos de la clase 277 en una hoja con: activo, amenaza, probabilidad, impacto, nivel y tratamiento.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Selección de controles: para cada riesgo, elige controles del Anexo A (p. ej. A.5.7 Inteligencia de amenazas, A.8.7 Protección contra malware, A.8.13 Copias de seguridad).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Declaración de Aplicabilidad: crea una hoja con las columnas: control, aplica (Sí/No), justificación, estado de implementación. Rellena al menos 15 controles, incluyendo alguna exclusión justificada (p. ej. A.7.x físico si todo es cloud).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ISO 27001 e ISO 27002.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SoA es obligatorio y qué pasa si excluyes un control sin justificarlo?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estos riesgos a controles del Anexo A: phishing, pérdida de laptop, acceso no revocado a un ex-empleado.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política de seguridad de la información conforme a la cláusula 5.2 (máx. 15 líneas).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Distingue una no conformidad mayor de una menor con un ejemplo de cada.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qué se revisa en la etapa 1 vs. la etapa 2 de la auditoría de certificación.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Declaración de Aplicabilidad (SoA) con al menos 20 controles del Anexo A:2022, cada uno marcado como aplicable/no aplicable, con justificación y estado, acompañada del registro de riesgos que la sustenta.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control incluye justificación (no solo "Sí/No"), hay al menos una exclusión razonada, y cada control aplicable está trazado a un riesgo del registro.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SoA con controles marcados sin justificar — El auditor lo rechaza; añade justificación por control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demasiado amplio o vago — Certificación inviable; delimita alcance concreto y realista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certificar la empresa con certificar un producto — Se certifica el SGSI dentro de un alcance, no un producto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Riesgos sin dueño ni tratamiento — Incumple cláusula 6; asigna propietario y decisión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todo pero no operarlo — El auditor busca evidencia de ejecución, no solo papeles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 se tarda en certificar?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Típicamente 6–12 meses para una PYME, según madurez previa. La auditoría tiene etapa 1 (documental) y etapa 2 (implementación).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¿27001:2022 obliga a los 93 controles?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Aplicas los que tu análisis de riesgo justifique; el resto se excluye con motivo en el SoA.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¿ISO 27001 cubre GDPR?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Ayuda, pero no basta. Para privacidad se complementa con ISO/IEC 27701 y con el propio GDPR (clase 281 y 289).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cuánto se re-audita?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27001:2022. &lt;https://www.iso.org/standard/27001&gt;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27002:2022 — Controles de seguridad de la información. &lt;https://www.iso.org/standard/75652.html&gt;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27005:2022 — Gestión de riesgos. &lt;https://www.iso.org/standard/80585.html&gt;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27701 — Extensión de privacidad (PIMS). &lt;https://www.iso.org/standard/71670.html&gt;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